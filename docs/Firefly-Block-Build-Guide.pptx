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</a:rPr>
              <a:t>Adobe Firefly Image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Building an AI Image-Generation Block for Edge Delivery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Adobe Experience Manager — Developer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Adobe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Why Firefly calls need a server-side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Architecture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1 — Add the Firefly route to the edge 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2 — Adobe IMS client_credentials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3 — Configure wrangler.toml &amp; 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4 — Build the block: model, JS,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47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5 — Register the block &amp;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6 — Test and troubleshoot real errors we 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153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Step 7 — Commit &amp;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94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Best Practices &amp;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Why Firefly Needs a Server-Side Proxy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Firefly's Generate Image API requires two credentials on every call: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Authorization: Bearer &lt;IMS access token&gt;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x-api-key: &lt;client_id&gt;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The IMS access token itself is obtained via a client_credentials exchange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using client_id + client_secret — the secret must never reach the 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900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741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So the block never calls firefly-api.adobe.io directly.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5818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It calls our own Cloudflare Worker, which holds the secret and proxies the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42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— the exact same pattern already used for the AEM GraphQL "rates" block (AEM_TOKEN)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1. Author enters a Prompt + Aspect ratio in the Universal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2. blocks/firefly/firefly.js reads the authored text out of the block's &lt;div&gt;s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3. Block POSTs { prompt, size } to the edge Worker: /api/firefly/generate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4. Worker exchanges client_id + client_secret for an IMS access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(cached in-isolate until near expiry — avoids re-authenticating every request)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266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5. Worker calls POST https://firefly-api.adobe.io/v3/images/generate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6. Worker returns only { url } — a pre-signed, time-limited image URL — to the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7. Block renders an &lt;img&gt; pointing at that URL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70248"/>
            <a:ext cx="11247120" cy="23134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61688"/>
            <a:ext cx="10972800" cy="2130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Author (Universal Editor)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│  prompt, aspectRatio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▼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blocks/firefly/firefly.js  ──POST /api/firefly/generate──▶  edge/api-proxy.js (Cloudflare Worker)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                                                        │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                                        client_credentials + Adobe IMS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                                                        ▼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                                        POST /v3/images/generate (Firefly API)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                                                        │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                                                    { url } ◀──── image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1 — Add the Firefly Route to the Edge Worker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Extend the existing edge/api-proxy.js — don't create a second Worker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New handler validates the prompt, resolves a size, then calls Firefly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Only { url } is returned to the browser — never the token or client_secret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86584"/>
            <a:ext cx="11247120" cy="4197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78024"/>
            <a:ext cx="10972800" cy="4014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async function handleFireflyGenerate(request, env, cors)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body = await request.json();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prompt = body?.prompt?.trim();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if (!prompt) return jsonError('Missing prompt', 400, cors);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size = FIREFLY_VALID_SIZES.includes(body?.size) ? body.size : '1024x1024';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[width, height] = size.split('x').map(Number);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token = await getFireflyToken(env);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res = await fetch('https://firefly-api.adobe.io/v3/images/generate',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method: 'POST',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headers: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'Content-Type': 'application/json',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Accept: 'application/json',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Authorization: `Bearer ${token}`,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'x-api-key': env.FIREFLY_CLIENT_ID,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body: JSON.stringify({ prompt, size: { width, height }, numVariations: 1 }),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});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data = await res.json();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return new Response(JSON.stringify({ url: data.outputs[0].image.url }),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{ status: 200, headers: { 'Content-Type': 'application/json', ...cors } });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2 — Adobe IMS client_credentials 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IMS access tokens are short-lived (~24h) — cache in a module-level 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so the Worker doesn't re-authenticate on every single image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Refresh a minute early to avoid using a token that expires mid-flight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Also relax the Worker's route dispatch to allow POST only for this one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(every other route in api-proxy.js stays GET-only)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1124712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1097280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let cachedImsToken = null;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let cachedImsTokenExpiry = 0;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async function getFireflyToken(env)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if (cachedImsToken &amp;&amp; Date.now() &lt; cachedImsTokenExpiry) return cachedImsToken;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res = await fetch('https://ims-na1.adobelogin.com/ims/token/v3',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method: 'POST',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headers: { 'Content-Type': 'application/x-www-form-urlencoded'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body: new URLSearchParams({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grant_type: 'client_credentials',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client_id: env.FIREFLY_CLIENT_ID,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client_secret: env.FIREFLY_CLIENT_SECRET,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scope: env.FIREFLY_SCOPES,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}),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});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data = await res.json();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cachedImsToken = data.access_token;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cachedImsTokenExpiry = Date.now() + ((data.expires_in - 60) * 1000);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return cachedImsToken;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3 — Configure wrangler.toml &amp; Secrets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client_id is not sensitive — commit it as a plain [vars]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client_secret IS sensitive — set it only as an encrypted Worker secret, never in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Mirror the existing AEM_TOKEN convention already used for the rates block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86584"/>
            <a:ext cx="11247120" cy="4197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78024"/>
            <a:ext cx="10972800" cy="4014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[vars]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FIREFLY_CLIENT_ID = "86c5ad4a573c4f198adec39064c6cbbd"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FIREFLY_SCOPES = "openid,AdobeID,session,additional_info,read_organizations,firefly_api,ff_apis"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Firefly client secret — store as a secret, never commit it: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  npx wrangler secret put FIREFLY_CLIENT_SECRET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For local dev, add to a .dev.vars file (git-ignored):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  FIREFLY_CLIENT_SECRET=&lt;your-client-secret&gt;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4 — Build the Block: Authoring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blocks/&lt;name&gt;/_&lt;name&gt;.json declares the Universal Editor fields for the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"prompt" — required richtext field the author fills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"aspectRatio" — optional select field mapped to Firefly's supported sizes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This file is auto-merged into the root component-*.json files at build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70632"/>
            <a:ext cx="11247120" cy="3813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10972800" cy="3630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// blocks/firefly/_firefly.json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"models": [{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"id": "firefly",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"fields": [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{ "component": "richtext", "name": "prompt", "label": "Prompt",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"valueType": "string", "required": true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{ "component": "select", "name": "aspectRatio", "label": "Aspect ratio",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"valueType": "string",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"options": [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{ "name": "Square (1024x1024)",    "value": "1024x1024"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{ "name": "Landscape (1344x768)",  "value": "1344x768"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  { "name": "Portrait (768x1344)",   "value": "768x1344"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]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]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}]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4 — Build the Block: firefly.js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Read authored text straight out of the block's &lt;div&gt; children (same as weather.js)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Show a loading state, POST to the Worker, then swap in the resulting &lt;img&gt;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Same EDGE_ORIGIN localhost/production switch used by every other block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86584"/>
            <a:ext cx="11247120" cy="4197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78024"/>
            <a:ext cx="10972800" cy="4014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const EDGE_ORIGIN = window.location.hostname === 'localhost'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? 'http://localhost:8787' : 'https://myeds-xwalk-api.fsevin.workers.dev';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export default async function decorate(block)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prompt = block.querySelector('div:first-child p, div:first-child div')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?.textContent?.trim() || '';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const aspectRatio = block.querySelector('div:nth-child(2) p, div:nth-child(2) div')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?.textContent?.trim() || '1024x1024';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block.innerHTML = '&lt;div class="firefly-loading"&gt;Generating image…&lt;/div&gt;';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try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const res = await fetch(`${EDGE_ORIGIN}/api/firefly/generate`,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method: 'POST', headers: { 'Content-Type': 'application/json' },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body: JSON.stringify({ prompt, size: aspectRatio }),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});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const { url } = await res.json();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const img = document.createElement('img');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img.src = url; img.alt = prompt; img.className = 'firefly-image';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block.innerHTML = ''; block.append(img);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} catch (e) {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block.innerHTML = '&lt;p class="firefly-error"&gt;Unable to generate image right now.&lt;/p&gt;';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}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5 — Register the Block &amp;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No manual registry — a new blocks/&lt;name&gt;/ folder is auto-discovered by aem.js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Run build:json to merge _firefly.json into the root component-*.json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so the block's fields show up as authoring options in the Universal 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9514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Deploy the Worker separately from the EDS site — the site itself deploys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automatically via the AEM Code Sync GitHub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54680"/>
            <a:ext cx="1124712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1097280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Merge blocks/firefly/_firefly.json into the root component config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npm run build:json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 → writes component-models.json, component-definition.json, component-filters.json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Deploy the Cloudflare Worker (the EDS site deploys itself on git push)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npm run deploy:edge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 → runs: wrangler deploy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 → live at https://myeds-xwalk-api.fsevin.workers.dev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6 — Test &amp; Troubleshoot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Bug 1 — 502 "Firefly authentication failed"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7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Cause: wrangler.toml still had the placeholder FIREFLY_CLIENT_ID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Fix: set the real client_id, then npm run deploy:edge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Bug 2 — 502 "Firefly generate failed: 406 Unsupported Accept Type"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900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Cause 1: outbound fetch() to Firefly was missing an explicit Accept header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Fix: add Accept: 'application/json' to the request headers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850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Cause 2: the sandbox Postman env's IMS scope string was incomplete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3250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Fix: use the full scope list — openid,AdobeID,session,additional_info,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997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    – read_organizations,firefly_api,ff_apis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18888"/>
            <a:ext cx="11247120" cy="1764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910328"/>
            <a:ext cx="10972800" cy="1581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Debug directly against the deployed Worker (bypasses the browser/block entirely)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curl -s -X POST https://myeds-xwalk-api.fsevin.workers.dev/api/firefly/generate \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-H "Content-Type: application/json" \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-H "Origin: https://main--myeds-xwalk--fsevin.aem.live" \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-d '{"prompt":"a red panda skateboarding through Shibuya at night"}'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→ {"url":"https://pre-signed-firefly-prod.s3-accelerate.amazonaws.com/..."}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Step 7 — Commit &amp; Push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</a:rPr>
              <a:t>• Commit the source + regenerated config; never commit local dev/cache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18488"/>
            <a:ext cx="11247120" cy="4965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972800" cy="4782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git add edge/api-proxy.js wrangler.toml \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blocks/firefly/_firefly.json blocks/firefly/firefly.js blocks/firefly/firefly.css \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component-models.json component-definition.json component-filters.json \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        models/_section.json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git commit -m "Add Firefly image generation block"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git push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Excluded on purpose: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  .dev.vars              — local secrets, git-ignored</a:t>
            </a:r>
          </a:p>
          <a:p>
            <a:pPr algn="l"/>
            <a:r>
              <a:rPr sz="1150" b="0">
                <a:solidFill>
                  <a:srgbClr val="333333"/>
                </a:solidFill>
                <a:latin typeface="Courier New"/>
              </a:rPr>
              <a:t>#   .wrangler/state/...    — local Workers dev cache, not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0000"/>
                </a:solidFill>
              </a:rPr>
              <a:t>Best Practices &amp;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8745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14300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097280"/>
            <a:ext cx="34290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1430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097280"/>
            <a:ext cx="406908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9592" y="1143000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563624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1. Worker route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508760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1563624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Add handleFireflyGenerate()
to edge/api-proxy.js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508760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1563624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Never return the IMS token
or client_secret to the browser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30552"/>
            <a:ext cx="1874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185416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2. IMS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130552"/>
            <a:ext cx="3429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185416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client_credentials exchange,
cache token in-isolate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2130552"/>
            <a:ext cx="4069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9592" y="2185416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Refresh 60s before expiry
to avoid mid-flight failures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52344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2807208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3. Secrets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752344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9152" y="2807208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client_id in [vars],
client_secret via wrangler secret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2752344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79592" y="2807208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Add a .dev.vars line for
local wrangler dev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374136"/>
            <a:ext cx="1874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3429000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4. Block files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374136"/>
            <a:ext cx="3429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59152" y="3429000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_firefly.json, firefly.js,
firefly.css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3374136"/>
            <a:ext cx="4069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79592" y="3429000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Read authored text via
div:nth-child(n) selectors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995928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4050792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5. Register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995928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59152" y="4050792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npm run build:json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3995928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9592" y="4050792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Merges into component-
models/definition/filters.json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617720"/>
            <a:ext cx="1874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4672584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6. Deploy &amp; 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4617720"/>
            <a:ext cx="34290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59152" y="4672584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npm run deploy:edge,
curl the Worker directly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06440" y="4617720"/>
            <a:ext cx="4069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79592" y="4672584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Check Accept header +
IMS scopes on 406/502s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239512"/>
            <a:ext cx="187452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5294376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7. Commit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5239512"/>
            <a:ext cx="342900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59152" y="5294376"/>
            <a:ext cx="3310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git add source + generated
JSON, exclude local state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6440" y="5239512"/>
            <a:ext cx="4069080" cy="5760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79592" y="5294376"/>
            <a:ext cx="395020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</a:rPr>
              <a:t>Never commit .dev.vars
or .wrangler/ cache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0000"/>
                </a:solidFill>
              </a:rPr>
              <a:t>Adobe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6400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</a:rPr>
              <a:t>©2026 Adobe. All Rights Reserved. Adobe Confidential.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3017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Adobe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