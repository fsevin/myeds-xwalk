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</a:rPr>
              <a:t>The video-player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DAM-Sourced Video Playback with Autoplay, Loop &amp; Poster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Adobe Experience Manager — Author &amp;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What video-player does, and why a native &lt;video&gt;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How authors use it — step by step in Universal Editor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1 — Content model: video, poster, classes (options)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2 — The markup contract: reference fields become &lt;a&gt; and &lt;picture&gt;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3 — Block JS: reading fields, building the &lt;video&gt; element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4 — Styling (video-player.css)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5 — Registering the block (build:json + section filter)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Publishing tips — Cloud Configuration &amp; DAM asset publishing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Issues hit along the way — the Varnish 404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Best Practices &amp;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What It Does, and Why a Native &lt;video&gt;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Author picks any video asset from the DAM, plus an optional poster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(thumbnail) image, and toggles a handful of playback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Renders a plain HTML5 &lt;video&gt; tag — no third-party player library,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extra JS payload, works everywhere without a load-time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Options are authored as simple checkboxes (multiselect "Options"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field) rather than four separate boolean fields — matches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documented "classes" block-options convention used elsewhere in 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Autoplay — starts playing as soon as the video is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285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Loop — restarts automatically when it reaches the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Muted — silences audio (forced on automatically if Autoplay is set)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Hide controls — removes the native play/pause/scrub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How Authors Use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1. In Universal Editor, add a Section, then insert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"Video Player" block from the Blocks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2. Click the Video field → pick a video asset from the DAM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(e.g. /content/dam/myeds-xwalk/video/fs-tennis.mp4)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3. Optionally click Poster image → pick a thumbnail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shown before playback starts / while the video 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4. Under Options, check any combination of Autoplay, Loop,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216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Muted, Hide controls that fits the use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5. Preview the page — then Publish the page AND publish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531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video asset itself (see "Publishing Tips" — this step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easy to miss and is the #1 cause of a video not appearing)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1 — Content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video (reference, required) — the DAM video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poster (reference) — optional DAM image used as the poster thumbnail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classes (multiselect, named "classes") — Autoplay / Loop / Muted 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Hide controls — authored as checkboxes, rendered as CSS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directly on the block itself (not as a child div/field cell)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Only 3 top-level fields — kept deliberately small and matches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"classes" block-options convention documented for EDS block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06824"/>
            <a:ext cx="11247120" cy="2276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98264"/>
            <a:ext cx="10972800" cy="2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blocks/video-player/_video-player.json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 "models":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"id": "video-player",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"fields":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"reference", "name": "video", "label": "Video",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"description": "Select a video asset from the DAM", "required": true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"reference", "name": "poster", "label": "Poster 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"description": "Optional thumbnail shown before the video plays"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"component": "multiselect", "name": "classes", "label": "Options",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"options":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{ "name": "Autoplay", "value": "autoplay"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{ "name": "Loop", "value": "loop"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{ "name": "Muted", "value": "muted"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{ "name": "Hide controls", "value": "hide-controls"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]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}]}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2 — The Markup Contract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Not all "reference" fields render the same way once published: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An image reference (poster) renders as &lt;picture&gt;&lt;img&gt; — EDS's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media bus automatically fetches and rehosts these into the site's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own content bus at publish time (as ./media_xxxx.png)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94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 non-image reference (video) renders as a plain &lt;a href="..."&gt;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169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pointing at the raw /content/dam/... path — the media bus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644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NOT rehost it, so that path must be reachable on its 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59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This distinction is the reason video needs extra publishing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99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that an image field never needs — see "Publishing Tips" ahead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55464"/>
            <a:ext cx="11247120" cy="1728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46904"/>
            <a:ext cx="10972800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&lt;!-- rendered block markup, field order: video, poster --&gt;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&lt;div class="video-player autoplay muted"&gt;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&lt;div&gt;&lt;a href="/content/dam/myeds-xwalk/video/fs-tennis.mp4"&gt;...&lt;/a&gt;&lt;/div&gt;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&lt;div&gt;&lt;picture&gt;&lt;img src="./media_1a2b3c.png" alt=""&gt;&lt;/picture&gt;&lt;/div&gt;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&lt;/div&gt;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3 — Block JS: Reading Fields, Building &lt;video&gt;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Fields are read positionally by index, matching the JSON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declaration order — same convention as ai-image/product-variant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Options are read as CSS classes on the block itself via classList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(the "classes" multiselect field's rendering contract)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Autoplay forces Muted + playsInline — browsers block unmuted,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non-inline autoplay outright, so this keeps the option honest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video selected yet → block renders nothing (empty state while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author is still filling in the required field)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06824"/>
            <a:ext cx="11247120" cy="2276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98264"/>
            <a:ext cx="10972800" cy="2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blocks/video-player/video-player.js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function fieldLink(block, index)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block.querySelector(`:scope &gt; div:nth-child(${index}) a`);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function fieldPicture(block, index)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block.querySelector(`:scope &gt; div:nth-child(${index}) picture`);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videoLink = fieldLink(block, 1);            // video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posterPicture = fieldPicture(block, 2);     // poster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autoplay = block.classList.contains('autoplay');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muted = block.classList.contains('muted') || autoplay;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controls = !block.classList.contains('hide-controls');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video = document.createElement('video');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video.src = videoLink.href;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video.controls = controls;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video.muted = muted;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video.playsInline = true;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video.autoplay = autoplay;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if (posterPicture) video.poster = posterPicture.querySelector('img')?.src;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4 — Styling (video-player.css)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Deliberately minimal — the native &lt;video&gt; element already handles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controls, aspect ratio and responsiveness reasonably well on its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display: block removes the few pixels of inline-element gap below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video that browsers add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 black background avoids a flash of white while the video/poster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is still loading, especially on slower connections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38728"/>
            <a:ext cx="11247120" cy="30449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30168"/>
            <a:ext cx="10972800" cy="2862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/* blocks/video-player/video-player.css */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.video-player video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display: block;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width: 100%;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height: auto;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background: #000;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5 — Registering the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_video-player.json is auto-picked up by the existing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../blocks/*/_*.json globs in models/_component-models.json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models/_component-definition.json — no manual registration there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But it still needs adding to every filter that should allow it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here, models/_section.json's "section" filter component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block's id must match exactly in every one of those places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(a components-list typo silently hides the block with no error)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Run npm run build:json to regenerate the merged root JSON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06824"/>
            <a:ext cx="11247120" cy="22768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98264"/>
            <a:ext cx="10972800" cy="2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models/_section.json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 "filters":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"id": "section",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"components":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"text", "image", "button", "title", "hero", "cards", "columns",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"fragment", "teaser", "weather", "rates", "firefly", "ai-image",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"product-variant", "video-player"   // must match the block's own "id"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}]}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$ npm run build:json   # regenerates component-{models,definition,filters}.json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Publishing Tips — Cloud Configuration &amp; DAM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1. paths.json — add the DAM folder to "includes" so Edge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Services is even allowed to serve /content/dam/... paths directly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"includes": ["/content/myeds-xwalk/", "/content/dam/myeds-xwalk/"]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2. Assign the Cloud Configuration — open the DAM folder's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→ Cloud Services tab → set Cloud Configuration to the same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the site uses (e.g. /conf/myeds-xwalk) → 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3. Publish the video asset ITSELF — this is separate from publishing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the page; a page publish alone will not push the binary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325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4. Republish the page after the above so the block markup regenerates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165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5. Large/oversized files: add an edge-delivery-services-mp4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processing profile (bitrate ~300) on the folder for a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480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rendition, or the asset may still fail to serve once published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955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6. If a private folder's video still 404s after all of the above,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795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check the Cloud Manager technical account has read access to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Issues Hit Along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6118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097280"/>
            <a:ext cx="37947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2" y="11430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1097280"/>
            <a:ext cx="37947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1430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361188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34930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Video plays fine in Universal
Editor, but is blank on the
published page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508760"/>
            <a:ext cx="379476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156362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Author-canvas rendering reads
from AEM directly; the published
page instead needs the DAM
asset servable via aem.live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508760"/>
            <a:ext cx="379476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56362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Recognized as a publishing-
pipeline gap, not a block-code
bug — see steps 2–4 above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43200"/>
            <a:ext cx="3611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798064"/>
            <a:ext cx="34930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Direct hit on the video URL
returns a Varnish 404
("Error 54113")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743200"/>
            <a:ext cx="3794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279806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The video renders as &lt;a href=
"/content/dam/..."&gt; — unlike an
image &lt;picture&gt;, this is never
auto-rehosted by the media bus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2743200"/>
            <a:ext cx="3794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279806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Added /content/dam/myeds-xwalk/
to paths.json's "includes" array
so the path is recognized at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77640"/>
            <a:ext cx="361188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4032504"/>
            <a:ext cx="34930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Still 404 after the paths.json
fix was pushed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3977640"/>
            <a:ext cx="379476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2" y="403250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paths.json only tells EDS which
paths it MAY serve — the asset
still hadn't been given a Cloud
Configuration or been published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3977640"/>
            <a:ext cx="3794760" cy="1188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403250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Assigned Cloud Configuration to
the DAM folder, published the
asset itself, then republished
the page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12080"/>
            <a:ext cx="3611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5266944"/>
            <a:ext cx="34930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Confusion about which config
file actually controls this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5212080"/>
            <a:ext cx="3794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2232" y="526694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The repo also authors a
"configuration" content page
mapped to /.helix/config.json —
easy to assume that's authoritative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5212080"/>
            <a:ext cx="37947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74152" y="5266944"/>
            <a:ext cx="367588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Confirmed paths.json in the
repo's main branch is the
current, precedent-taking
mechanism for path mapping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74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3429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097280"/>
            <a:ext cx="40690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14300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8745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1.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08760"/>
            <a:ext cx="342900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56362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video, poster, classes
(Options multiselect)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406908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56362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Keep it to 3 fields —
options as checkboxes, not
separate boolean fields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057400"/>
            <a:ext cx="1874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1226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2. Author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05740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11226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Pick DAM video + poster,
check Autoplay/Loop/Muted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057400"/>
            <a:ext cx="4069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211226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Autoplay always implies
Muted — browsers require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18745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66090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3. Block 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606040"/>
            <a:ext cx="342900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266090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Read fields by position,
read options via classList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606040"/>
            <a:ext cx="406908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66090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Same convention as
ai-image/product-variant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54680"/>
            <a:ext cx="1874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20954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4. Register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15468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320954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block id to every
relevant filter, then build:json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154680"/>
            <a:ext cx="4069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320954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 typo hides the block with
no visible error anywhere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703320"/>
            <a:ext cx="18745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375818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5. Publish 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703320"/>
            <a:ext cx="342900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375818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Republish the page in
Universal Editor / Sites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703320"/>
            <a:ext cx="406908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9592" y="375818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Regenerates the block's
rendered markup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51960"/>
            <a:ext cx="1874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30682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6. Publish asset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25196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9152" y="430682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Publish/activate the video
asset itself in DAM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4251960"/>
            <a:ext cx="4069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30682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Separate action from
publishing the page — easy
to miss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800600"/>
            <a:ext cx="187452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485546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7. Cloud config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4800600"/>
            <a:ext cx="342900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485546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Assign the site's Cloud
Configuration to the DAM folder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4800600"/>
            <a:ext cx="406908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9592" y="485546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Required before EDS will
fetch/serve the asset at all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349240"/>
            <a:ext cx="1874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" y="540410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8. Path mapping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534924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59152" y="5404104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the DAM path to
paths.json's "includes"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06440" y="5349240"/>
            <a:ext cx="4069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79592" y="5404104"/>
            <a:ext cx="3950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Images skip this via the
media bus; video does not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3017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