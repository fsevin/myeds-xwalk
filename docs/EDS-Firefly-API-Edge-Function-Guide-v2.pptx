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  <p:sldId id="271" r:id="rId16"/>
    <p:sldId id="26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Sevin" userId="82d950c0-7bb5-4310-a4fc-a877d4bbe588" providerId="ADAL" clId="{EB9E244D-3F8B-59DF-801C-03BB392BC6F1}"/>
    <pc:docChg chg="addSld modSld">
      <pc:chgData name="Franck Sevin" userId="82d950c0-7bb5-4310-a4fc-a877d4bbe588" providerId="ADAL" clId="{EB9E244D-3F8B-59DF-801C-03BB392BC6F1}" dt="2026-08-17T16:06:38.401" v="3" actId="14100"/>
      <pc:docMkLst>
        <pc:docMk/>
      </pc:docMkLst>
      <pc:sldChg chg="addSp modSp new mod">
        <pc:chgData name="Franck Sevin" userId="82d950c0-7bb5-4310-a4fc-a877d4bbe588" providerId="ADAL" clId="{EB9E244D-3F8B-59DF-801C-03BB392BC6F1}" dt="2026-08-17T16:06:38.401" v="3" actId="14100"/>
        <pc:sldMkLst>
          <pc:docMk/>
          <pc:sldMk cId="2434296013" sldId="271"/>
        </pc:sldMkLst>
        <pc:picChg chg="add mod">
          <ac:chgData name="Franck Sevin" userId="82d950c0-7bb5-4310-a4fc-a877d4bbe588" providerId="ADAL" clId="{EB9E244D-3F8B-59DF-801C-03BB392BC6F1}" dt="2026-08-17T16:06:38.401" v="3" actId="14100"/>
          <ac:picMkLst>
            <pc:docMk/>
            <pc:sldMk cId="2434296013" sldId="271"/>
            <ac:picMk id="3" creationId="{1BFAFD69-3362-4A15-8A41-6D6F9AC366B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8054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Architecture and content adapted from the supplied deck.
- Firefly API is used here as the upstream external service named in the requested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Agenda and implementation sequence adapted from the 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Source deck states the Worker acts as a secure API proxy, runs at the edge, handles CORS, adds Cloudflare Cache API caching, and keeps secrets out of browser/code.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Folder/file structure and secret handling adapted from the 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wrangler.toml fields and examples adapted from the 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CORS allow-list and cache TTL examples adapted from the 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Secret lifecycle and env access adapted from the 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Local development commands and port 8787 adapted from the supplied deck.
- The Firefly endpoint name is a requested scenario label; adapt the route to the actual Worker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Sequence adapts the supplied guidance on creating the Worker, connecting the block, and returning JSON.
- Firefly naming is the user-requested upstream service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Deployment commands and Worker URL pattern adapted from the supplied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Block integration details adapted from the supplied deck, including div/p selectors, JSON charset, localhost vs production origin, and cache purge guidance.
- Firefly route shown as a conceptual integration point for the requested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original deck: EDS-EdgeFunction-Guide.pptx, pages 4, 8, 9 and 10.</a:t>
            </a:r>
          </a:p>
          <a:p>
            <a:r>
              <a:t>- Firefly endpoint pattern follows the redesigned deck; the original deck documents the Worker-to-block pattern and secrets/CORS/cache controls.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original deck: EDS-EdgeFunction-Guide.pptx, page 9 (Connecting a Block to the Edge Function) and page 6 (cache TTL examples).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Summary adapted from the supplied deck best-practices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Supplied source deck: EDS-EdgeFunction-Guide.pptx
- Closing slide created for internal presentation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92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55480" y="64922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• EDS / Edge Worker guide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58368" y="6583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 EXPERIENCE MANAGER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14300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+ Firefly API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6E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secure, cache-aware block with an Edge Worker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368" y="2542032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guide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254203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450592" y="2560320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enablement</a:t>
            </a:r>
            <a:endParaRPr lang="en-US" sz="1000" dirty="0"/>
          </a:p>
        </p:txBody>
      </p:sp>
      <p:pic>
        <p:nvPicPr>
          <p:cNvPr id="10" name="Image 0" descr="/mnt/data/eds_redesign/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2162556"/>
            <a:ext cx="3584448" cy="17922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58368" y="6254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supplied EDS Edge Function guide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• THE STORY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pattern: Block → Worker → Firefly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4592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 stays thin. The Worker absorbs security, CORS, caching and upstream API concerns.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496312"/>
            <a:ext cx="475488" cy="47548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5054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2724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&amp; block UI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2102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authored content and turn it into a request.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51376" y="224028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07408" y="2496312"/>
            <a:ext cx="475488" cy="47548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407408" y="25054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312724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control plane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07408" y="362102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origin, protect secrets, cache when useful.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44384" y="224028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00416" y="2496312"/>
            <a:ext cx="475488" cy="47548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900416" y="250545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900416" y="3127248"/>
            <a:ext cx="2395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Firefly API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900416" y="362102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upstream Adobe API and return JSON.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5120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 of the deck is the implementation path.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4681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Worker  2. Configure  3. Add CORS/cache  4. Run locally  5. Deploy  6. Connect block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•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call Firefly directly from the block?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93852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browser → API calls create three avoidable problems.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523744"/>
            <a:ext cx="3246120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2770632"/>
            <a:ext cx="475488" cy="475488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96112" y="27797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4015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leak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8221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tokens would be exposed in the browser.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53128" y="2523744"/>
            <a:ext cx="3246120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90872" y="2770632"/>
            <a:ext cx="475488" cy="475488"/>
          </a:xfrm>
          <a:prstGeom prst="ellipse">
            <a:avLst/>
          </a:prstGeom>
          <a:solidFill>
            <a:srgbClr val="F26B38"/>
          </a:solidFill>
          <a:ln w="12700">
            <a:solidFill>
              <a:srgbClr val="F26B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90872" y="27797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34015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is upstream-owned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8221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control third-party CORS headers from the block.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47888" y="2523744"/>
            <a:ext cx="3246120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85632" y="2770632"/>
            <a:ext cx="475488" cy="475488"/>
          </a:xfrm>
          <a:prstGeom prst="ellipse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485632" y="2779776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85632" y="34015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view can hit upstream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382219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caching layer, every page view reaches the API.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2669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= secure API proxy at the network edge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059168" y="5230368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132320" y="5248656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latency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94192" y="5230368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8467344" y="524865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00032" y="5230368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473184" y="524865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369296" y="5230368"/>
            <a:ext cx="932688" cy="310896"/>
          </a:xfrm>
          <a:prstGeom prst="roundRect">
            <a:avLst>
              <a:gd name="adj" fmla="val 1764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0442448" y="5248656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• PROJECT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Worker close to the block, but outside the block code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32688" y="2331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myeds-xwalk/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28620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edge/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255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api-proxy.js← Worker entry point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wrangler.toml← committed configuration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40416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.dev.vars← local secret, git-ignored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4348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blocks/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4828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firefly/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52212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firefly.js← block calls /api/*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2240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58775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never live in git.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989320" y="3246120"/>
            <a:ext cx="4800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use wrangler secret put.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development: use .dev.vars (git-ignored).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wrangler.toml contains only non-sensitive configuration.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5440680"/>
            <a:ext cx="4983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structure keeps the browser-facing block simple while the Worker owns the trust boundary.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• CONFIGURATION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wrangler.toml: make the Worker predictable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989320" cy="4343400"/>
          </a:xfrm>
          <a:prstGeom prst="roundRect">
            <a:avLst>
              <a:gd name="adj" fmla="val 1684"/>
            </a:avLst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54406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"myeds-xwalk-api"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"edge/api-proxy.js"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compatibility_date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"2024-09-23"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8787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API_BASE_URL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"https://…"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# secret — never commit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# npx wrangler secret put FIREFLY_TOKEN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22592" y="2139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belongs here?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022592" y="26151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26151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subdomain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22592" y="2962656"/>
            <a:ext cx="41605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022592" y="32095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3209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entry file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22592" y="3557016"/>
            <a:ext cx="41605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022592" y="38039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compatibility_date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38039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behavior lock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22592" y="4151376"/>
            <a:ext cx="41605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022592" y="43982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[vars]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43982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Non-secret values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22592" y="4745736"/>
            <a:ext cx="41605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022592" y="499262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4992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encrypted config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022592" y="5340096"/>
            <a:ext cx="4160520" cy="0"/>
          </a:xfrm>
          <a:prstGeom prst="line">
            <a:avLst/>
          </a:prstGeom>
          <a:noFill/>
          <a:ln w="1016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22592" y="5559552"/>
            <a:ext cx="1078992" cy="310896"/>
          </a:xfrm>
          <a:prstGeom prst="roundRect">
            <a:avLst>
              <a:gd name="adj" fmla="val 17647"/>
            </a:avLst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095744" y="557784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8787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0456" y="5559552"/>
            <a:ext cx="1024128" cy="310896"/>
          </a:xfrm>
          <a:prstGeom prst="roundRect">
            <a:avLst>
              <a:gd name="adj" fmla="val 17647"/>
            </a:avLst>
          </a:prstGeom>
          <a:solidFill>
            <a:srgbClr val="F0F0F0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293608" y="557784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Git-safe</a:t>
            </a:r>
            <a:endParaRPr lang="en-US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• SECURITY &amp; PERFORMANCE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+ cache: the two controls every Worker should own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5321808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2688" y="2331720"/>
            <a:ext cx="512064" cy="51206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" y="2340864"/>
            <a:ext cx="512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304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allow-list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32688" y="2898648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your AEM origins only.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both .aem.live and .aem.page.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localhost:3000 for local browser testing.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45902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2688" y="496519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05840" y="4983480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aem.live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4965192"/>
            <a:ext cx="111556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176272" y="498348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aem.page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4965192"/>
            <a:ext cx="1170432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410712" y="498348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9632" y="2011680"/>
            <a:ext cx="5321808" cy="3913632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73952" y="2331720"/>
            <a:ext cx="512064" cy="512064"/>
          </a:xfrm>
          <a:prstGeom prst="ellipse">
            <a:avLst/>
          </a:prstGeom>
          <a:solidFill>
            <a:srgbClr val="1473E6"/>
          </a:solidFill>
          <a:ln w="12700">
            <a:solidFill>
              <a:srgbClr val="1473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473952" y="2340864"/>
            <a:ext cx="5120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87184" y="230428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API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73952" y="2898648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caches.default to reduce upstream calls.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follows how quickly data changes.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from the guide: geocode 24 h; weather 15 min; financial rates 5 min.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45902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147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49560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stable data longer; volatile data shorter.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• SECRETS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secret lifecycle: local → deploy → env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2240280"/>
            <a:ext cx="32735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1832" y="249631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14984" y="25146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999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.dev.vars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FIREFLY_TOKEN=…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31272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517136" y="2240280"/>
            <a:ext cx="32735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45736" y="249631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FFF2F0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18888" y="25146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745736" y="2999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wrangler secret put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745736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in Cloudflare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45552" y="31272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8321040" y="2240280"/>
            <a:ext cx="32735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49640" y="2496312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622792" y="251460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29992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env.FIREFLY_TOKEN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566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reads secret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5212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commit a token to wrangler.toml or block JavaScript.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6327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browser sees only the Worker endpoint—not the secret.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• NEW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the Worker locally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eds_redesign/assets/local-wo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760" y="1901952"/>
            <a:ext cx="7091441" cy="3767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576072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5779008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endpoint: http://localhost:8787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56432" y="5760720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529584" y="577900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.dev.vars is git-ignored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632704" y="576072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5705856" y="5779008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Worker before deploy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• BUILD THE BLOCK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implementation sequence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data/eds_redesign/assets/build-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1810512"/>
            <a:ext cx="9326880" cy="4663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• CLOUD DEPLOYMENT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once, then verify at the edge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2029968"/>
            <a:ext cx="402336" cy="40233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03911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116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wrangler login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20116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login stored globally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926080"/>
            <a:ext cx="402336" cy="40233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13232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0779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deploy:edge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90779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Runs: wrangler deploy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" y="3822192"/>
            <a:ext cx="402336" cy="40233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383133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039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npx wrangler tail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80390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live request logs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3232" y="4718304"/>
            <a:ext cx="402336" cy="402336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13232" y="472744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7000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https://&lt;worker&gt;/api/firefly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47000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production response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784080" y="2011680"/>
            <a:ext cx="1755648" cy="3611880"/>
          </a:xfrm>
          <a:prstGeom prst="roundRect">
            <a:avLst>
              <a:gd name="adj" fmla="val 41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0021824" y="23591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021824" y="2944368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https://&lt;name&gt;.&lt;account&gt;.workers.dev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021824" y="42519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BDBD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5760720"/>
            <a:ext cx="8458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Re-deploy when edge/api-proxy.js or wrangler.toml changes.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• BLOCK INTEGRATION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the block at localhost in dev, Worker URL in prod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993392"/>
            <a:ext cx="6583680" cy="4160520"/>
          </a:xfrm>
          <a:prstGeom prst="roundRect">
            <a:avLst>
              <a:gd name="adj" fmla="val 1758"/>
            </a:avLst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267712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EDGE_ORIGIN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window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'localhost'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'http://localhost:8787'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'https://&lt;worker&gt;.workers.dev'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`HTTP ${res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status}`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fetchJSON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`${EDGE_ORIGIN}/api/firefly`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8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EDS-specific details to preserve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35240" y="2670048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nested div/p content in EDS table rows.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application/json; charset=utf-8 from the Worker.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production origin in one place (EDGE_ORIGIN).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45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Purge AEM CDN cache after pushing JS changes.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35240" y="5285232"/>
            <a:ext cx="1572768" cy="310896"/>
          </a:xfrm>
          <a:prstGeom prst="roundRect">
            <a:avLst>
              <a:gd name="adj" fmla="val 17647"/>
            </a:avLst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08392" y="530352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→ localhost:8787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17736" y="5285232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390888" y="530352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 → workers.dev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33FFF"/>
                </a:solidFill>
                <a:latin typeface="Aptos"/>
              </a:rPr>
              <a:t>12 • TWO REFERENCE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2129"/>
                </a:solidFill>
                <a:latin typeface="Aptos"/>
              </a:rPr>
              <a:t>Same EDS pattern — two useful API-backed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6C76"/>
                </a:solidFill>
                <a:latin typeface="Aptos"/>
              </a:rPr>
              <a:t>The architecture stays the same: the block is thin, the Worker owns security/CORS/cache, and the upstream API stays behind the 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57400"/>
            <a:ext cx="5349240" cy="109728"/>
          </a:xfrm>
          <a:prstGeom prst="rect">
            <a:avLst/>
          </a:prstGeom>
          <a:solidFill>
            <a:srgbClr val="73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2129"/>
                </a:solidFill>
                <a:latin typeface="Aptos"/>
              </a:rPr>
              <a:t>Sample A — Firefly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56C76"/>
                </a:solidFill>
                <a:latin typeface="Aptos"/>
              </a:rPr>
              <a:t>Protected Adobe / Firefly API behind the Worker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5349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2057400"/>
            <a:ext cx="5349240" cy="1097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23317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2129"/>
                </a:solidFill>
                <a:latin typeface="Aptos"/>
              </a:rPr>
              <a:t>Sample B — Weather 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6974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56C76"/>
                </a:solidFill>
                <a:latin typeface="Aptos"/>
              </a:rPr>
              <a:t>Original EDS example using the Worker pattern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74720"/>
            <a:ext cx="1325880" cy="914400"/>
          </a:xfrm>
          <a:prstGeom prst="roundRect">
            <a:avLst/>
          </a:prstGeom>
          <a:solidFill>
            <a:srgbClr val="FAFA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33FFF"/>
                </a:solidFill>
                <a:latin typeface="Aptos"/>
              </a:rPr>
              <a:t>EDS block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931920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56C76"/>
                </a:solidFill>
                <a:latin typeface="Aptos"/>
              </a:rPr>
              <a:t>fetch /api/firefly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3474720"/>
            <a:ext cx="1325880" cy="914400"/>
          </a:xfrm>
          <a:prstGeom prst="roundRect">
            <a:avLst/>
          </a:prstGeom>
          <a:solidFill>
            <a:srgbClr val="FAFA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3657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D2129"/>
                </a:solidFill>
                <a:latin typeface="Aptos"/>
              </a:rPr>
              <a:t>Worker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8024" y="3931920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56C76"/>
                </a:solidFill>
                <a:latin typeface="Aptos"/>
              </a:rPr>
              <a:t>auth + CORS +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3474720"/>
            <a:ext cx="1325880" cy="914400"/>
          </a:xfrm>
          <a:prstGeom prst="roundRect">
            <a:avLst/>
          </a:prstGeom>
          <a:solidFill>
            <a:srgbClr val="FAFA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59" y="3657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37722"/>
                </a:solidFill>
                <a:latin typeface="Aptos"/>
              </a:rPr>
              <a:t>Firefly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3" y="3931920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56C76"/>
                </a:solidFill>
                <a:latin typeface="Aptos"/>
              </a:rPr>
              <a:t>upstream service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258568" y="3730752"/>
            <a:ext cx="118872" cy="182880"/>
          </a:xfrm>
          <a:prstGeom prst="rightArrow">
            <a:avLst/>
          </a:prstGeom>
          <a:solidFill>
            <a:srgbClr val="656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3767328" y="3730752"/>
            <a:ext cx="118872" cy="182880"/>
          </a:xfrm>
          <a:prstGeom prst="rightArrow">
            <a:avLst/>
          </a:prstGeom>
          <a:solidFill>
            <a:srgbClr val="656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2129"/>
                </a:solidFill>
                <a:latin typeface="Aptos"/>
              </a:rPr>
              <a:t>Use when the block needs a protected Adobe API or Firefly capability without exposing credentials in browser code.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474720"/>
            <a:ext cx="1325880" cy="914400"/>
          </a:xfrm>
          <a:prstGeom prst="roundRect">
            <a:avLst/>
          </a:prstGeom>
          <a:solidFill>
            <a:srgbClr val="FAFA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0" y="3657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ptos"/>
              </a:rPr>
              <a:t>Weather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544" y="3931920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56C76"/>
                </a:solidFill>
                <a:latin typeface="Aptos"/>
              </a:rPr>
              <a:t>read location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74720"/>
            <a:ext cx="1325880" cy="914400"/>
          </a:xfrm>
          <a:prstGeom prst="roundRect">
            <a:avLst/>
          </a:prstGeom>
          <a:solidFill>
            <a:srgbClr val="FAFA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79" y="3657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D2129"/>
                </a:solidFill>
                <a:latin typeface="Aptos"/>
              </a:rPr>
              <a:t>Worker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3931920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56C76"/>
                </a:solidFill>
                <a:latin typeface="Aptos"/>
              </a:rPr>
              <a:t>/api/geocode + cache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3474720"/>
            <a:ext cx="1325880" cy="914400"/>
          </a:xfrm>
          <a:prstGeom prst="roundRect">
            <a:avLst/>
          </a:prstGeom>
          <a:solidFill>
            <a:srgbClr val="FAFAFC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0" y="3657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78B5F"/>
                </a:solidFill>
                <a:latin typeface="Aptos"/>
              </a:rPr>
              <a:t>Upstream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56064" y="3931920"/>
            <a:ext cx="1216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56C76"/>
                </a:solidFill>
                <a:latin typeface="Aptos"/>
              </a:rPr>
              <a:t>geocode / weather data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927848" y="3730752"/>
            <a:ext cx="118872" cy="182880"/>
          </a:xfrm>
          <a:prstGeom prst="rightArrow">
            <a:avLst/>
          </a:prstGeom>
          <a:solidFill>
            <a:srgbClr val="656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ight Arrow 34"/>
          <p:cNvSpPr/>
          <p:nvPr/>
        </p:nvSpPr>
        <p:spPr>
          <a:xfrm>
            <a:off x="9436608" y="3730752"/>
            <a:ext cx="118872" cy="182880"/>
          </a:xfrm>
          <a:prstGeom prst="rightArrow">
            <a:avLst/>
          </a:prstGeom>
          <a:solidFill>
            <a:srgbClr val="656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4709160"/>
            <a:ext cx="45720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D2129"/>
                </a:solidFill>
                <a:latin typeface="Aptos"/>
              </a:rPr>
              <a:t>The original deck places the Worker under /edge and the block under /blocks/weather. The sample code calls /api/geocode and returns JSON.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74243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Pattern to reuse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5742432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2129"/>
                </a:solidFill>
                <a:latin typeface="Aptos"/>
              </a:rPr>
              <a:t>block → Worker → protected/cached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13 • SAMPLE B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D2129"/>
                </a:solidFill>
                <a:latin typeface="Aptos"/>
              </a:rPr>
              <a:t>Weather block: from authored content to Worker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56C76"/>
                </a:solidFill>
                <a:latin typeface="Aptos"/>
              </a:rPr>
              <a:t>Read the first block cell, call the local/production Worker, then render the returned JSON.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6720840" cy="4160520"/>
          </a:xfrm>
          <a:prstGeom prst="roundRect">
            <a:avLst/>
          </a:prstGeom>
          <a:solidFill>
            <a:srgbClr val="12161D"/>
          </a:solidFill>
          <a:ln>
            <a:solidFill>
              <a:srgbClr val="1216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331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const EDGE_ORIGIN = window.location.hostname === 'localhost'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9232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59232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  ? 'http://localhost:8787'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85292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  : 'https://&lt;worker&gt;.workers.dev';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1353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1135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37413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37413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const location = block.querySelector(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3474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6347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  'div:first-child p, div:first-child div'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9534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89534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)?.textContent?.trim() || '';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5594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15594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416552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4165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const data = await fetchJSON(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77156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677156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  `${EDGE_ORIGIN}/api/geocode?name=${encodeURIComponent(location)}`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37760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9377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198364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5198364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458968"/>
            <a:ext cx="320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88291"/>
                </a:solidFill>
                <a:latin typeface="Aptos Mono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45896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 Mono"/>
              </a:rPr>
              <a:t>block.innerHTML = `&lt;p&gt;${data.results?.[0]?.name}&lt;/p&gt;`;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2402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2129"/>
                </a:solidFill>
                <a:latin typeface="Aptos"/>
              </a:rPr>
              <a:t>What the audience should remember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2788920"/>
            <a:ext cx="3840480" cy="621792"/>
          </a:xfrm>
          <a:prstGeom prst="roundRect">
            <a:avLst/>
          </a:prstGeom>
          <a:solidFill>
            <a:srgbClr val="FAFA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288036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ptos"/>
              </a:rPr>
              <a:t>1  Read block 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3099815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56C76"/>
                </a:solidFill>
                <a:latin typeface="Aptos"/>
              </a:rPr>
              <a:t>EDS authored content supplies the location value.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3566160"/>
            <a:ext cx="3840480" cy="621792"/>
          </a:xfrm>
          <a:prstGeom prst="roundRect">
            <a:avLst/>
          </a:prstGeom>
          <a:solidFill>
            <a:srgbClr val="FAFA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20" y="36576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33FFF"/>
                </a:solidFill>
                <a:latin typeface="Aptos"/>
              </a:rPr>
              <a:t>2  Switch endpoint by environment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3877056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56C76"/>
                </a:solidFill>
                <a:latin typeface="Aptos"/>
              </a:rPr>
              <a:t>localhost in development; Worker URL in production.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4343400"/>
            <a:ext cx="3840480" cy="621792"/>
          </a:xfrm>
          <a:prstGeom prst="roundRect">
            <a:avLst/>
          </a:prstGeom>
          <a:solidFill>
            <a:srgbClr val="FAFA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20" y="443484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8B5F"/>
                </a:solidFill>
                <a:latin typeface="Aptos"/>
              </a:rPr>
              <a:t>3  Let the Worker call upstream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4654296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56C76"/>
                </a:solidFill>
                <a:latin typeface="Aptos"/>
              </a:rPr>
              <a:t>The browser never receives the protected upstream credential.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35240" y="5120640"/>
            <a:ext cx="3840480" cy="621792"/>
          </a:xfrm>
          <a:prstGeom prst="roundRect">
            <a:avLst/>
          </a:prstGeom>
          <a:solidFill>
            <a:srgbClr val="FAFAFC"/>
          </a:solidFill>
          <a:ln>
            <a:solidFill>
              <a:srgbClr val="E1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18120" y="5212079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7722"/>
                </a:solidFill>
                <a:latin typeface="Aptos"/>
              </a:rPr>
              <a:t>4  Return JSON and render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18120" y="5431536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56C76"/>
                </a:solidFill>
                <a:latin typeface="Aptos"/>
              </a:rPr>
              <a:t>The block stays focused on DOM transformation.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5989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56C76"/>
                </a:solidFill>
                <a:latin typeface="Aptos"/>
              </a:rPr>
              <a:t>Source note: the original “weather” example is wired to /api/geocode; cache guidance separately calls out weather / forecast data as a 15-minute TTL use 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14 • TAKEAWAY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six-step recipe your team can reuse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64792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2084832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7824" y="2304288"/>
            <a:ext cx="420624" cy="42062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77824" y="23134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276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79806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edge/api-proxy.js + fetch handler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96512" y="2084832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315968" y="2304288"/>
            <a:ext cx="420624" cy="42062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4315968" y="23134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276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315968" y="279806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wrangler.toml without secrets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34656" y="2084832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754112" y="2304288"/>
            <a:ext cx="420624" cy="42062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754112" y="231343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276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54112" y="279806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allow-list + Cache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4096512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877824" y="4315968"/>
            <a:ext cx="420624" cy="42062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877824" y="43251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426464" y="42885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locally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48097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wrangler dev + .dev.vars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96512" y="4096512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315968" y="4315968"/>
            <a:ext cx="420624" cy="42062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315968" y="43251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64608" y="42885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4315968" y="48097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deploy:edge + tail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534656" y="4096512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754112" y="4315968"/>
            <a:ext cx="420624" cy="420624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7754112" y="43251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2885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754112" y="48097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→ Worker → Firefly JSON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9893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Worker is the trust boundary. The block is the experience.</a:t>
            </a:r>
            <a:endParaRPr lang="en-US" sz="19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8A8A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AFD69-3362-4A15-8A41-6D6F9AC3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571500"/>
            <a:ext cx="10358734" cy="582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96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583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Adobe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7452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fast.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secrets server-side.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EDS block → Edge Worker → Firefly API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6071616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D2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enablement • Internal presentation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a7b1b5a-7b34-4387-94ae-d2c178decee1}" enabled="0" method="" siteId="{fa7b1b5a-7b34-4387-94ae-d2c178dece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1947</Words>
  <Application>Microsoft Macintosh PowerPoint</Application>
  <PresentationFormat>Widescreen</PresentationFormat>
  <Paragraphs>266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Mono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Adobe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EDS + Firefly API: Building a Secure Block with an Edge Worker</dc:title>
  <dc:subject>EDS block using Firefly API through an Edge Worker</dc:subject>
  <dc:creator>Adobe</dc:creator>
  <cp:lastModifiedBy>Franck Sevin</cp:lastModifiedBy>
  <cp:revision>1</cp:revision>
  <dcterms:created xsi:type="dcterms:W3CDTF">2026-08-17T15:46:34Z</dcterms:created>
  <dcterms:modified xsi:type="dcterms:W3CDTF">2026-08-17T16:06:44Z</dcterms:modified>
</cp:coreProperties>
</file>