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1C4C97-02EE-D447-BBA9-D8772FB650E1}" v="4" dt="2026-08-26T09:36:47.0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k Sevin" userId="82d950c0-7bb5-4310-a4fc-a877d4bbe588" providerId="ADAL" clId="{EB9E244D-3F8B-59DF-801C-03BB392BC6F1}"/>
    <pc:docChg chg="custSel modSld">
      <pc:chgData name="Franck Sevin" userId="82d950c0-7bb5-4310-a4fc-a877d4bbe588" providerId="ADAL" clId="{EB9E244D-3F8B-59DF-801C-03BB392BC6F1}" dt="2026-08-26T09:37:16.504" v="18" actId="1076"/>
      <pc:docMkLst>
        <pc:docMk/>
      </pc:docMkLst>
      <pc:sldChg chg="addSp modSp mod">
        <pc:chgData name="Franck Sevin" userId="82d950c0-7bb5-4310-a4fc-a877d4bbe588" providerId="ADAL" clId="{EB9E244D-3F8B-59DF-801C-03BB392BC6F1}" dt="2026-08-26T09:37:16.504" v="18" actId="1076"/>
        <pc:sldMkLst>
          <pc:docMk/>
          <pc:sldMk cId="0" sldId="259"/>
        </pc:sldMkLst>
        <pc:spChg chg="mod">
          <ac:chgData name="Franck Sevin" userId="82d950c0-7bb5-4310-a4fc-a877d4bbe588" providerId="ADAL" clId="{EB9E244D-3F8B-59DF-801C-03BB392BC6F1}" dt="2026-08-26T09:36:51.158" v="16" actId="20577"/>
          <ac:spMkLst>
            <pc:docMk/>
            <pc:sldMk cId="0" sldId="259"/>
            <ac:spMk id="5" creationId="{00000000-0000-0000-0000-000000000000}"/>
          </ac:spMkLst>
        </pc:spChg>
        <pc:graphicFrameChg chg="add mod modGraphic">
          <ac:chgData name="Franck Sevin" userId="82d950c0-7bb5-4310-a4fc-a877d4bbe588" providerId="ADAL" clId="{EB9E244D-3F8B-59DF-801C-03BB392BC6F1}" dt="2026-08-26T09:37:16.504" v="18" actId="1076"/>
          <ac:graphicFrameMkLst>
            <pc:docMk/>
            <pc:sldMk cId="0" sldId="259"/>
            <ac:graphicFrameMk id="8" creationId="{18B569BF-FBF3-2604-0815-068A9D2FA80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4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Running Universal Editor Locally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Against an AEM SDK (AEMaaCS) Instance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4617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Setup, configuration, and troubleshooting reference — xwalk / Edge Delivery Services projects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257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6D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EMEA AEM Consulting  |  August 25,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What this guide covers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Why this setup is needed and how the pieces fit together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Prerequisites — software, access, and starting state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Step-by-step configuration, in the order that avoids dead ends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exact error each step fixes, so you can jump straight to a symptom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condensed checklist for repeating this on a new machine or project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Reference: OSGi config names, ports, and useful URLs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Why local Universal Editor setup is non-trivial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Universal Editor's UI is hosted by Adobe at experience.adobe.com — it edits your page inside a cross-origin iframe.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Adobe’s hosted Universal Editor Service cannot reach a local, non-internet-exposed AEM SDK instance.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That means three things must all be true at once for local editing to work:</a:t>
            </a:r>
            <a:endParaRPr lang="en-US" sz="16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Your AEM SDK instance is reachable over HTTPS and allows itself to be framed</a:t>
            </a:r>
            <a:endParaRPr lang="en-US" sz="16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local copy of the Universal Editor Service runs on your machine and can reach your AEM instance</a:t>
            </a:r>
            <a:endParaRPr lang="en-US" sz="16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page tells Universal Editor to use your local service instead of Adobe’s hosted 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Prerequisites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AEM SDK (author quickstart) installed and running locally, e.g. localhost:4502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site already created from an xwalk/EDS boilerplate template (Sites console shows your pages)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Node.js 20 (required to run the local Universal Editor Service)</a:t>
            </a:r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Adobe Clean" pitchFamily="34" charset="0"/>
              <a:ea typeface="Adobe Clean" pitchFamily="34" charset="-122"/>
              <a:cs typeface="Adobe Clean" pitchFamily="34" charset="-120"/>
            </a:endParaRPr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Adobe Clean" pitchFamily="34" charset="0"/>
              <a:ea typeface="Adobe Clean" pitchFamily="34" charset="-122"/>
              <a:cs typeface="Adobe Clean" pitchFamily="34" charset="-120"/>
            </a:endParaRPr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Adobe Clean" pitchFamily="34" charset="0"/>
              <a:ea typeface="Adobe Clean" pitchFamily="34" charset="-122"/>
              <a:cs typeface="Adobe Clean" pitchFamily="34" charset="-120"/>
            </a:endParaRPr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Adobe Clean" pitchFamily="34" charset="0"/>
              <a:ea typeface="Adobe Clean" pitchFamily="34" charset="-122"/>
              <a:cs typeface="Adobe Clean" pitchFamily="34" charset="-120"/>
            </a:endParaRPr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Node/npm for aem-cli, if you’ll also be developing blocks locally (@adobe/aem-cli, aem up on :3000)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openssl available on your machine (macOS/Linux ship it by default)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Admin access to AEM’s OSGi Configuration Manager (/system/console/configMgr) and CRXDE Lite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Access to Adobe Software Distribution to download universal-editor-service.cjs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4</a:t>
            </a:r>
            <a:endParaRPr lang="en-US" sz="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B569BF-FBF3-2604-0815-068A9D2FA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834331"/>
              </p:ext>
            </p:extLst>
          </p:nvPr>
        </p:nvGraphicFramePr>
        <p:xfrm>
          <a:off x="854112" y="2664783"/>
          <a:ext cx="8569714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9714">
                  <a:extLst>
                    <a:ext uri="{9D8B030D-6E8A-4147-A177-3AD203B41FA5}">
                      <a16:colId xmlns:a16="http://schemas.microsoft.com/office/drawing/2014/main" val="2577173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 b="0" kern="1200" dirty="0">
                        <a:solidFill>
                          <a:sysClr val="windowText" lastClr="000000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kern="1200" dirty="0">
                          <a:solidFill>
                            <a:sysClr val="windowText" lastClr="000000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sevin@z-flip7-de-kine </a:t>
                      </a:r>
                      <a:r>
                        <a:rPr lang="en-US" sz="16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ue</a:t>
                      </a:r>
                      <a:r>
                        <a:rPr lang="en-US" sz="1600" b="0" kern="1200" dirty="0">
                          <a:solidFill>
                            <a:sysClr val="windowText" lastClr="000000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 % node ./universal-editor-</a:t>
                      </a:r>
                      <a:r>
                        <a:rPr lang="en-US" sz="16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service.cjs</a:t>
                      </a:r>
                      <a:endParaRPr lang="en-US" sz="1600" b="0" kern="1200" dirty="0">
                        <a:solidFill>
                          <a:sysClr val="windowText" lastClr="000000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kern="1200" dirty="0">
                          <a:solidFill>
                            <a:sysClr val="windowText" lastClr="000000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Sending CORS headers to allow private network</a:t>
                      </a:r>
                    </a:p>
                    <a:p>
                      <a:r>
                        <a:rPr lang="en-US" sz="1600" b="0" kern="1200" dirty="0">
                          <a:solidFill>
                            <a:sysClr val="windowText" lastClr="000000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Universal Editor Service listening on port 8000 as HTTPS Server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8112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Enable HTTPS on your local AEM instance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1 · HTTPS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1 — Run the AEM SSL Setup wizard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Open the SSL Configuration tool: /libs/granite/security/content/sslConfig.html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Generate a private key and self-signed certificate with openssl: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wizard needs the key/cert in DER format, not PEM — convert before uploading: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Set HTTPS Hostname to localhost. The wizard adds a new secure port (default 8443) — it does not convert your existing HTTP port.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11155680" cy="173736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233672"/>
            <a:ext cx="1088136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the key pair (PEM)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req -newkey rsa:2048 -nodes -keyout key.pem -x509 -days 365 -out certificate.pem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to DER/PKCS8 — required by the AEM wizard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pkcs8 -topk8 -inform PEM -outform DER -in key.pem -out key.der -nocrypt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x509 -outform DER -in certificate.pem -out certificate.der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1 · HTTPS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2 — Trust the certificate in your browser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SSL wizard adds a new HTTPS port (e.g. 8443) — from now on, treat https://localhost:8443 as your local AEM’s real URL.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In a normal (non-incognito) browser tab, visit https://localhost:8443 directly — the same profile/window Universal Editor will run in.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Click Advanced → Proceed to localhost (unsafe) to accept the self-signed certificate.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Universal Editor loads the page inside a cross-origin iframe, which cannot show the "connection not private" interstitial — if the cert isn’t pre-trusted in a normal tab first, the canvas silently fails with "Couldn’t connect to the page."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Certificate trust does not carry over from an Incognito window to your regular profile, or the reverse.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Point the site at your local AEM instance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2 · DOMAIN CONFIG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3 — Update the Externalizer "local" domain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Config Manager → Day CQ Link Externalizer (com.day.cq.commons.impl.ExternalizerImpl)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"local" entry represents this instance directly, and is what several Universal Editor URL builders read from.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Update it to match your new HTTPS port: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2 · DOMAIN CONFIG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4 — Disable "aemdomain" in the Universal Editor URL Service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Config Manager → Universal Editor URL Service (com.day.cq.wcm.core.impl.UniversalEditorURLServiceImpl)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Uncheck "Open Universal Editor under AEM domain" (aemdomain).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Unchecked = Universal Editor opens under https://experience.adobe.com/... (correct for local dev).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Checked = AEM tries to serve the editor UI itself at &lt;local-aem&gt;/ui#/... — a path that doesn’t exist on AEM SDK, giving a "Resource at '/ui' not found" error.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Remove blockers to framing and login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3 · FRAMING &amp; AUTH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5 — Allow AEM to be framed cross-origin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Symptom: browser console shows "Refused to display 'https://localhost:8443/' in a frame because it set 'X-Frame-Options' to 'sameorigin'."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Config Manager → Apache Sling Main Servlet (org.apache.sling.engine.impl.SlingMainServlet)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"Additional response headers", delete the entry: X-Frame-Options=SAMEORIGIN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Save. This is what lets experience.adobe.com embed your local AEM page in the canvas iframe.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3 · FRAMING &amp; AUTH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6 — Fix the cross-origin session cookie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Symptom: "Local Developer Login" shows success, but the canvas keeps showing the AEM login screen.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Cause: the session cookie’s default SameSite policy blocks it from being sent inside a cross-origin iframe request.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Config Manager → Adobe Granite Token Authentication Handler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Set the SameSite cookie attribute to None; if the login screen still reappears after a fresh login + reload, try Partitioned instead (Chrome’s newer CHIPS model).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Save, then repeat Local Developer Login from the Universal Editor toolbar.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3 · FRAMING &amp; AUTH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7 — Allow local aem-cli to call AEM (CORS)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Needed once you start live block development alongside Universal Editor.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Config Manager → Adobe Granite Cross-Origin Resource Sharing Policy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Add an allowed origin entry for https://localhost:3000 — the port aem-cli’s aem up serves from.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Without this, requests from your local block dev server to AEM will be blocked by CORS.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Point the page at your local Universal Editor Service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4 · UE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8 — Get the local Universal Editor Service running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Download universal-editor-service.cjs from Adobe Software Distribution (requires Node 20).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Generate a certificate for the service itself (separate from AEM’s cert):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Create a .env file alongside it: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1115568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1088136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req -newkey rsa:2048 -nodes -keyout key.pem -x509 -days 365 -out certificate.pem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11155680" cy="141732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730752"/>
            <a:ext cx="1088136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UES_PORT=8000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UES_PRIVATE_KEY=./key.pem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UES_CERT=./certificate.pem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UES_TLS_REJECT_UNAUTHORIZED=false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UES_CORS_PRIVATE_NETWORK=true      # required on Chrome 130+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Run it with: node ./universal-editor-service.cjs — confirm the log says "listening on port 8000 as HTTPS Server."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4 · UE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9 — Verify the local Universal Editor Service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Visit https://localhost:8000/ping directly and accept its self-signed certificate.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healthy response looks like:</a:t>
            </a:r>
            <a:endParaRPr lang="en-US" sz="16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"ping": "pong" }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"file not found" on the bare root (/) or on /corslib/LATEST is expected/normal — /ping is the real health check.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4 · UE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10 — Overlay page.html to point the page at your local service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connection meta tags are rendered by the shared /libs/core/franklin/components/page/v1/page/page.html — don’t edit /libs directly.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In CRXDE Lite, copy that file to the same relative path under /apps (AEM resolves /apps over /libs).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In your copy, hardcode the two connection meta tags instead of the dynamic ${page...} values: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3429000"/>
            <a:ext cx="11155680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502152"/>
            <a:ext cx="108813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name="urn:adobe:aue:system:aemconnection"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content="xwalk:https://localhost:8443"&gt;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name="urn:adobe:aue:config:service"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content="https://localhost:8000"&gt;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98348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Symptom this fixes: component actions fail with "Failed to fetch details" → Internal Server Error, code ECONNREFUSED — that’s Adobe’s hosted service (universal-editor-service.adobe.io) trying and failing to reach your local AEM.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Edit and develop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5 · DAILY 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11 — Open the page and authenticate locally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Always launch from the HTTPS Sites console: https://localhost:8443/sites.html/content/&lt;site&gt;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Select your page → Edit — this opens experience.adobe.com with the canvas pointed at your :8443 page.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Click the account/person icon in the Universal Editor toolbar → Local Developer Login.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Authenticate with your local AEM admin credentials (not Adobe IMS/SSO — that’s a separate identity system from your local instance).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If the canvas still shows the AEM login form after "Login successful," do a full page reload — the iframe needs to re-fetch with the new session cookie.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SECTION 5 · DAILY 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Step 12 — Develop blocks with live reload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the CLI once: npm install -g @adobe/aem-cli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 your project repo, then from its root run: aem up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This serves a local preview at http://localhost:3000 with hot reload of anything under /blocks.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Edit .css / .js in a block folder → changes appear immediately, no redeploy.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Author/preview content through Universal Editor as usual — the two workflows run side by side.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SYMPTOM →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Troubleshooting quick reference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48006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Symptom</a:t>
                      </a:r>
                      <a:endParaRPr lang="en-US" sz="115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Root cause</a:t>
                      </a:r>
                      <a:endParaRPr lang="en-US" sz="115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Fix</a:t>
                      </a:r>
                      <a:endParaRPr lang="en-US" sz="115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"Resource at /ui not found"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"aemdomain" checked in Universal Editor URL Service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Uncheck aemdomain so the editor opens under experience.adobe.com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Canvas: "Couldn’t connect to the page" (https)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Self-signed cert not trusted in this browser profile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Visit the HTTPS URL directly in a normal tab and accept the warning first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"X-Frame-Options... sameorigin" in console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AEM blocks cross-origin framing by default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Remove X-Frame-Options from Sling Main Servlet response headers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Login successful, canvas still shows AEM login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Session cookie SameSite policy blocks cross-origin iframe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Set Token Authentication Handler cookie attribute to None / Partitioned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"Failed to fetch details" → ECONNREFUSED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Page still points to Adobe’s hosted Universal Editor Service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Overlay page.html, hardcode config:service to localhost:8000</a:t>
                      </a:r>
                      <a:endParaRPr lang="en-US" sz="11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Condensed checklist — reproducing this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☐ AEM SDK running locally, site created from xwalk/EDS template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☐ AEM SSL wizard run with DER-format key/cert; new HTTPS port (e.g. 8443) trusted in your normal browser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☐ Externalizer "local" domain updated to the HTTPS URL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☐ "aemdomain" unchecked in Universal Editor URL Service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☐ X-Frame-Options removed from Sling Main Servlet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☐ Token Authentication Handler cookie SameSite set to None/Partitioned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☐ Local Universal Editor Service running on :8000, verified via /ping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☐ page.html overlaid under /apps with hardcoded aemconnection + config:service meta tags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QUICK LOOKUP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Appendix — reference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AEM SSL Configuration:  /libs/granite/security/content/sslConfig.html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OSGi Config Manager:  /system/console/configMgr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CRXDE Lite:  /crx/de/index.jsp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Key OSGi configs touched: Day CQ Link Externalizer · Universal Editor URL Service · Apache Sling Main Servlet · Adobe Granite Token Authentication Handler · Adobe Granite Cross-Origin Resource Sharing Policy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Universal Editor Service health check:  https://localhost:8000/ping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Overlay path for page connection tags:  /apps/core/franklin/components/page/v1/page/page.html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Keep this deck alongside the project repo — the overlay and OSGi changes are local-instance-only and won’t survive a fresh AEM SDK install.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6583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        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a7b1b5a-7b34-4387-94ae-d2c178decee1}" enabled="0" method="" siteId="{fa7b1b5a-7b34-4387-94ae-d2c178dece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2543</Words>
  <Application>Microsoft Macintosh PowerPoint</Application>
  <PresentationFormat>Custom</PresentationFormat>
  <Paragraphs>253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Adobe Clean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Franck Sevin</cp:lastModifiedBy>
  <cp:revision>1</cp:revision>
  <dcterms:created xsi:type="dcterms:W3CDTF">2026-08-25T07:42:30Z</dcterms:created>
  <dcterms:modified xsi:type="dcterms:W3CDTF">2026-08-26T09:37:20Z</dcterms:modified>
</cp:coreProperties>
</file>