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836"/>
  </p:normalViewPr>
  <p:slideViewPr>
    <p:cSldViewPr snapToGrid="0" snapToObjects="1">
      <p:cViewPr varScale="1">
        <p:scale>
          <a:sx n="99" d="100"/>
          <a:sy n="99" d="100"/>
        </p:scale>
        <p:origin x="16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3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developer.adobe.com</a:t>
            </a:r>
            <a:r>
              <a:rPr lang="en-US" dirty="0"/>
              <a:t>/console/projects/916550/4566206088345730291/credentials/1016648/details/</a:t>
            </a:r>
            <a:r>
              <a:rPr lang="en-US" dirty="0" err="1"/>
              <a:t>oauthservertoserver?generateToken</a:t>
            </a:r>
            <a:r>
              <a:rPr lang="en-US" dirty="0"/>
              <a:t>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refly_ppt_assets/hero_firefly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Adobe Firefly Image Block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1430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2E8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an AI image-generation block for Edge Delivery Services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</a:rPr>
              <a:t>A practical walkthrough for Adobe internal teams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251460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8368" y="256946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Server-side proxy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67712" y="251460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67712" y="2569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IMS auth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01568" y="2514600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01568" y="256946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Universal Editor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74336" y="251460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74336" y="25694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 + troubleshoot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8368" y="30632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</a:rPr>
              <a:t>What you will see: the route, the auth flow, the block files, deployment, and the real issues we hit while wiring Firefly into EDS.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8368" y="6080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Adobe Experience Manager — Developer Guide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Firefly needs a server-side proxy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Security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40680" cy="516636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70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The Firefly Generate Image API needs two credentials on every call: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1700784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1645920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0F172A"/>
                </a:solidFill>
              </a:rPr>
              <a:t>Authorization: Bearer &lt;IMS access token&gt;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749808" y="2313432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258568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0F172A"/>
                </a:solidFill>
              </a:rPr>
              <a:t>x-api-key: &lt;client_id&gt;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749808" y="2926080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2871216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0F172A"/>
                </a:solidFill>
              </a:rPr>
              <a:t>The access token is obtained via client_credentials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749808" y="3538728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483864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0F172A"/>
                </a:solidFill>
              </a:rPr>
              <a:t>client_secret must never reach the browser</a:t>
            </a:r>
            <a:endParaRPr lang="en-US" sz="1560" dirty="0"/>
          </a:p>
        </p:txBody>
      </p:sp>
      <p:sp>
        <p:nvSpPr>
          <p:cNvPr id="17" name="Shape 15"/>
          <p:cNvSpPr/>
          <p:nvPr/>
        </p:nvSpPr>
        <p:spPr>
          <a:xfrm>
            <a:off x="749808" y="4151376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4096512"/>
            <a:ext cx="4389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0F172A"/>
                </a:solidFill>
              </a:rPr>
              <a:t>The block should call our Worker, not Firefly directly</a:t>
            </a:r>
            <a:endParaRPr lang="en-US" sz="1560" dirty="0"/>
          </a:p>
        </p:txBody>
      </p:sp>
      <p:sp>
        <p:nvSpPr>
          <p:cNvPr id="19" name="Shape 17"/>
          <p:cNvSpPr/>
          <p:nvPr/>
        </p:nvSpPr>
        <p:spPr>
          <a:xfrm>
            <a:off x="6144768" y="914400"/>
            <a:ext cx="5577840" cy="5166360"/>
          </a:xfrm>
          <a:prstGeom prst="roundRect">
            <a:avLst>
              <a:gd name="adj" fmla="val 318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1170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251B"/>
                </a:solidFill>
              </a:rPr>
              <a:t>Security principle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Keep secrets in the Worker and return only the image URL to the browser.</a:t>
            </a:r>
            <a:endParaRPr lang="en-US" sz="1800" dirty="0"/>
          </a:p>
        </p:txBody>
      </p:sp>
      <p:pic>
        <p:nvPicPr>
          <p:cNvPr id="22" name="Image 0" descr="/mnt/data/firefly_ppt_assets/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794000"/>
            <a:ext cx="5029200" cy="1955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46520" y="560527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This mirrors the same server-side pattern already used for other EDS integrations.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Flow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 single block turns authored content into a generated image URL through the Worker.</a:t>
            </a:r>
            <a:endParaRPr lang="en-US" sz="1400" dirty="0"/>
          </a:p>
        </p:txBody>
      </p:sp>
      <p:pic>
        <p:nvPicPr>
          <p:cNvPr id="8" name="Image 0" descr="/mnt/data/firefly_ppt_assets/architectur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1069848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5486400"/>
            <a:ext cx="11155680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5669280"/>
            <a:ext cx="164592" cy="164592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14984" y="5632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Universal Editor authoring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20440" y="5669280"/>
            <a:ext cx="164592" cy="164592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58184" y="5632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block JS reads DOM content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5669280"/>
            <a:ext cx="164592" cy="164592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01384" y="5632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Worker exchanges IMS token and calls Firefly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006840" y="5669280"/>
            <a:ext cx="164592" cy="164592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244584" y="56327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block renders the returned image URL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and Step 2: edge route + IMS auth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Build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669280" cy="53949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338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1 — add the Firefly route to the existing Worker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Extend edge/api-proxy.js rather than creating a second Worker. Validate the prompt, resolve a supported size, and return only the URL.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074920" cy="3493008"/>
          </a:xfrm>
          <a:prstGeom prst="roundRect">
            <a:avLst>
              <a:gd name="adj" fmla="val 4712"/>
            </a:avLst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2258568"/>
            <a:ext cx="481888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handleFireflyGenerate(request, env, cors)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await request.json();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prompt = body?.prompt?.trim();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(!prompt) return jsonError('Missing prompt', 400, cors);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size = FIREFLY_VALID_SIZES.includes(body?.size)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body.size : '1024x1024';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[width, height] = size.split('x').map(Number);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await getFireflyToken(env);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fetch('https://firefly-api.adobe.io/v3/images/generate',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 headers: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'Content-Type': 'application/json',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Accept: 'application/json',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Authorization: `Bearer ${token}`,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'x-api-key': env.FIREFLY_CLIENT_ID,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prompt, size: { width, height }, numVariations: 1 }),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Response(JSON.stringify({ url: data.outputs[0].image.url }), ...);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5349240" cy="5394960"/>
          </a:xfrm>
          <a:prstGeom prst="roundRect">
            <a:avLst>
              <a:gd name="adj" fmla="val 3077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13385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2 — Adobe IMS client_credentials authentication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9400" y="1609344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5544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Cache the access token in a module-level variable inside the Worker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2267712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22128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Refresh about a minute before expiry to avoid mid-flight failures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2926080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287121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Keep every secret out of the browser and out of the block code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584448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35295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POST is allowed only for this Firefly route; the other routes stay GET-only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4434840"/>
            <a:ext cx="4709160" cy="1417320"/>
          </a:xfrm>
          <a:prstGeom prst="roundRect">
            <a:avLst>
              <a:gd name="adj" fmla="val 1161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9712" y="46268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251B"/>
                </a:solidFill>
              </a:rPr>
              <a:t>Key reminder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39712" y="487375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The browser should only receive the pre-signed image URL, never the token or the client_secret.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and Step 4: wrangler.toml + authoring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Build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394960" cy="53949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338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3 — configure wrangler.toml &amp; secrets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609344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client_id is not sensitive and can live in [vars]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267712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21284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client_secret must be stored as an encrypted Worker secret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2926080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287121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Use .dev.vars for local wrangler dev; keep it git-ignored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" y="3584448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5295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Follow the same secret pattern used by the other EDS integrations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4251960"/>
            <a:ext cx="4553712" cy="1783080"/>
          </a:xfrm>
          <a:prstGeom prst="roundRect">
            <a:avLst>
              <a:gd name="adj" fmla="val 9231"/>
            </a:avLst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4361688"/>
            <a:ext cx="42976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[vars]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FIREFLY_CLIENT_ID = "..."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FIREFLY_SCOPES = "openid,AdobeID,session,additional_info,read_organizations,firefly_api,ff_apis"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secret, never commit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npx wrangler secret put FIREFLY_CLIENT_SECRET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dev only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FIREFLY_CLIENT_SECRET=&lt;your-client-secret&gt;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4768" y="914400"/>
            <a:ext cx="5577840" cy="5394960"/>
          </a:xfrm>
          <a:prstGeom prst="roundRect">
            <a:avLst>
              <a:gd name="adj" fmla="val 3051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9088" y="11338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4 — declare the Universal Editor model</a:t>
            </a:r>
            <a:endParaRPr lang="en-US" sz="1600" dirty="0"/>
          </a:p>
        </p:txBody>
      </p:sp>
      <p:pic>
        <p:nvPicPr>
          <p:cNvPr id="21" name="Image 0" descr="/mnt/data/firefly_ppt_assets/authoring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444752"/>
            <a:ext cx="4960620" cy="2834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46520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blocks/firefly/_firefly.json defines two fields: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46520" y="4709160"/>
            <a:ext cx="731520" cy="310896"/>
          </a:xfrm>
          <a:prstGeom prst="roundRect">
            <a:avLst>
              <a:gd name="adj" fmla="val 35294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46520" y="476402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</a:rPr>
              <a:t>prompt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69480" y="4709160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69480" y="47640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aspectRatio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46520" y="513892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0F172A"/>
                </a:solidFill>
              </a:rPr>
              <a:t>The model is auto-merged into the component JSON files at build time, so the block shows up in the editor without manual registry work.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firefly.js and the authoring experience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Build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852160" cy="53949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3385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The block should stay thin: read authored text, call the Worker, then swap in the returned &lt;img&gt;.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" y="1627632"/>
            <a:ext cx="5349240" cy="4251960"/>
          </a:xfrm>
          <a:prstGeom prst="roundRect">
            <a:avLst>
              <a:gd name="adj" fmla="val 3871"/>
            </a:avLst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1737360"/>
            <a:ext cx="5093208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EDGE_ORIGIN = window.location.hostname === 'localhost'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'http://localhost:8787'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'https://myeds-xwalk-api.fsevin.workers.dev';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async function decorate(block)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prompt = block.querySelector('div:first-child p, div:first-child div')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?.textContent?.trim() || '';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aspectRatio = block.querySelector('div:nth-child(2) p, div:nth-child(2) div')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?.textContent?.trim() || '1024x1024';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block.innerHTML = '&lt;div class="firefly-loading"&gt;Generating image…&lt;/div&gt;';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await fetch(`${EDGE_ORIGIN}/api/firefly/generate`,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method: 'POST', headers: { 'Content-Type': 'application/json'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JSON.stringify({ prompt, size: aspectRatio }),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url } = await res.json();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img = document.createElement('img');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img.src = url; img.alt = prompt;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block.innerHTML = ''; block.append(img);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914400"/>
            <a:ext cx="5257800" cy="539496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48272" y="11338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Authoring preview</a:t>
            </a:r>
            <a:endParaRPr lang="en-US" sz="1600" dirty="0"/>
          </a:p>
        </p:txBody>
      </p:sp>
      <p:pic>
        <p:nvPicPr>
          <p:cNvPr id="13" name="Image 0" descr="/mnt/data/firefly_ppt_assets/authoring_m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1760220"/>
            <a:ext cx="4800600" cy="2743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20840" y="4956048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03720" y="49011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Loading state first, then image URL resolution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6720840" y="5340096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903720" y="5285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Same localhost / production edge origin switch as other blocks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720840" y="5724144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03720" y="5669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0F172A"/>
                </a:solidFill>
              </a:rPr>
              <a:t>Keep the browser logic focused on rendering, not auth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and Step 6: deploy, test, and troubleshoot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Operate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12064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1338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5 — register and deploy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536192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2688" y="148132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No manual registry: blocks/&lt;name&gt;/ is auto-discovered by aem.js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1956816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190195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Run npm run build:json to merge the block model into component 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377440"/>
            <a:ext cx="109728" cy="109728"/>
          </a:xfrm>
          <a:prstGeom prst="ellipse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" y="232257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Deploy the Worker separately; the site still deploys through AEM Code Sync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914400"/>
            <a:ext cx="5989320" cy="1965960"/>
          </a:xfrm>
          <a:prstGeom prst="roundRect">
            <a:avLst>
              <a:gd name="adj" fmla="val 8372"/>
            </a:avLst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16752" y="11155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Commands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16752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build:json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writes component-models.json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component-definition.json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component-filters.json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deploy:edge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wrangler deploy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11292840" cy="2816352"/>
          </a:xfrm>
          <a:prstGeom prst="roundRect">
            <a:avLst>
              <a:gd name="adj" fmla="val 5844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3467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Step 6 — test and troubleshoot the real failures we hit</a:t>
            </a:r>
            <a:endParaRPr lang="en-US" sz="1600" dirty="0"/>
          </a:p>
        </p:txBody>
      </p:sp>
      <p:pic>
        <p:nvPicPr>
          <p:cNvPr id="20" name="Image 0" descr="/mnt/data/firefly_ppt_assets/troubleshoo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703320"/>
            <a:ext cx="3840480" cy="1920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55080" y="374904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The two most useful checks were the Accept header on the Firefly fetch() and the IMS scope string. Debugging directly against the Worker isolates browser issues from backend issues.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0" y="4983480"/>
            <a:ext cx="4572000" cy="658368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3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28816" y="5093208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-X POST https://.../api/firefly/generate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"Origin: https://...aem.live"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E7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'{"prompt":"a red panda skateboarding through Shibuya at night"}'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82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practices and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195560" y="164592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F2937"/>
          </a:solidFill>
          <a:ln w="12700">
            <a:solidFill>
              <a:srgbClr val="33415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95560" y="1965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</a:rPr>
              <a:t>Summary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93268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The implementation works best when the security boundary stays in the Worker and the block stays author-friendly.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4944" y="146304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" y="153162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49047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Worker route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377440" y="149047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Add handleFireflyGenerate() to edge/api-proxy.js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45552" y="149047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Never return the IMS token or client_secret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" y="2167128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" y="223570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21945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IMS auth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client_credentials exchange and in-isolate token cache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45552" y="219456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Refresh 60s before expiry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02920" y="2734056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944" y="2871216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" y="293979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28986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Secrets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2377440" y="2898648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client_id in [vars]; client_secret via wrangler secret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45552" y="2898648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Keep .dev.vars and cache files out of git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02920" y="3438144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94944" y="3575304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944" y="3643884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70432" y="360273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Block files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2377440" y="3602736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_firefly.json, firefly.js, firefly.css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845552" y="3602736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Read authored text with div:nth-child selectors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02920" y="4142232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4944" y="4279392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4944" y="4347972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70432" y="430682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Register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2377440" y="4306824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npm run build:json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45552" y="4306824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Auto-merges into the root component JSON files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02920" y="4846320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94944" y="4983480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4944" y="5052060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70432" y="5010912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Deploy &amp; test</a:t>
            </a:r>
            <a:endParaRPr lang="en-US" sz="1180" dirty="0"/>
          </a:p>
        </p:txBody>
      </p:sp>
      <p:sp>
        <p:nvSpPr>
          <p:cNvPr id="42" name="Text 40"/>
          <p:cNvSpPr/>
          <p:nvPr/>
        </p:nvSpPr>
        <p:spPr>
          <a:xfrm>
            <a:off x="2377440" y="501091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npm run deploy:edge and curl the Worker directly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845552" y="501091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Check Accept header + IMS scopes on 406/502s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02920" y="5550408"/>
            <a:ext cx="11155680" cy="658368"/>
          </a:xfrm>
          <a:prstGeom prst="roundRect">
            <a:avLst>
              <a:gd name="adj" fmla="val 25000"/>
            </a:avLst>
          </a:prstGeom>
          <a:solidFill>
            <a:srgbClr val="FBFCFE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94944" y="5687568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4944" y="575614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70432" y="57150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0F172A"/>
                </a:solidFill>
              </a:rPr>
              <a:t>Commit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2377440" y="5715000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git add source + regenerated JSON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845552" y="5715000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4748B"/>
                </a:solidFill>
              </a:rPr>
              <a:t>Exclude local state and .dev.vars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502920" y="6355080"/>
            <a:ext cx="11155680" cy="256032"/>
          </a:xfrm>
          <a:prstGeom prst="roundRect">
            <a:avLst>
              <a:gd name="adj" fmla="val 28571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5800" y="6400800"/>
            <a:ext cx="10698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B91C1C"/>
                </a:solidFill>
              </a:rPr>
              <a:t>Takeaway: keep secrets in the edge Worker, keep the block light, and use PNG-based diagrams when presenting the flow to a broader internal audience.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502920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Adobe internal  • 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1425</Words>
  <Application>Microsoft Macintosh PowerPoint</Application>
  <PresentationFormat>Widescreen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 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Firefly Image Block</dc:title>
  <dc:subject>EDS Firefly block build guide</dc:subject>
  <dc:creator>OpenAI</dc:creator>
  <cp:lastModifiedBy>Franck Sevin</cp:lastModifiedBy>
  <cp:revision>2</cp:revision>
  <dcterms:created xsi:type="dcterms:W3CDTF">2026-08-07T08:43:30Z</dcterms:created>
  <dcterms:modified xsi:type="dcterms:W3CDTF">2026-08-07T08:56:37Z</dcterms:modified>
</cp:coreProperties>
</file>