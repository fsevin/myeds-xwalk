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>
                <a:solidFill>
                  <a:srgbClr val="FFFFFF"/>
                </a:solidFill>
              </a:rPr>
              <a:t>The product-variant Block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290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Contextual Product Photo Variants via Firefly Structure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977639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Adobe Experience Manager — Developer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Adobe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0000"/>
                </a:solidFill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11521440" cy="25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What product-variant does, and why Structure Reference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2704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Architecture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11096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Step 1 — Authoring model: productImage, prompt, aspectRatio, resultImage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95144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Step 2 — Edge Worker route: upload image, generate with structure reference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7919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Step 3 — Block JS: source photo, persisted result, or published fallback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6324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Step 4 — Auto-generate on prompt entry (debounced), shared DAM-persist helpers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4728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Step 5 — Register the block (build:json + section filter)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831336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Step 6 — Deploy the Worker (a separate step from the code push!)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215384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Real example — tennis racquet, two variants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59943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Issues hit along the way — and how each was diagnosed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98348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Best Practices &amp; Summary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0000"/>
                </a:solidFill>
              </a:rPr>
              <a:t>Adobe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</a:rPr>
              <a:t>©2026 Adobe. All Rights Reserved. Adobe Confidential.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0000"/>
                </a:solidFill>
              </a:rPr>
              <a:t>What It Does, and Why Structure Reference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11521440" cy="25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Author picks an existing product photo and writes a prompt describing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2704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a variation — seasonal, regional, or promotional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11096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Goal: keep the product recognizable, change only its 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95144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7919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Firefly's Structure Reference (v3/images/generate) uses a reference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6324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image to carry over shape, outline and composition into a newly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4728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generated scene driven by the text prompt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831336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    – Reuses the same Firefly Services credentials already configured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17880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    – for the firefly/ai-image blocks — no new Adobe product/entitlement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52628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91032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Alternative considered: Generative Fill + auto background mask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294376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pixel-perfect product preservation — rejected for v1, it needs the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678424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separate Photoshop API (different credentials/entitlement)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0000"/>
                </a:solidFill>
              </a:rPr>
              <a:t>Adobe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</a:rPr>
              <a:t>©2026 Adobe. All Rights Reserved. Adobe Confidential.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0000"/>
                </a:solidFill>
              </a:rPr>
              <a:t>Architecture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11521440" cy="25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1. Author picks a Product image and types a Prompt (+ aspect ratio)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2704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2. 1.2s after the last edit, the block reads the photo's own &lt;img&gt; bytes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11096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3. Bytes + prompt are POSTed as multipart form data to the edge Worker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95144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4. Worker uploads the photo to Firefly's storage API for an uploadId,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7919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    – then calls Generate Images with structure.imageReference = uploadId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26664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5. Worker streams the resulting image bytes straight 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1071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6. Block shows an inline preview, then persists to AEM DAM and patches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9476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    – its own "resultImage" property — same pattern as ai-image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14223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7. Page reloads — later renders (author or published) just show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52628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    – persisted &lt;picture&gt;, no further Firefly calls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965192"/>
            <a:ext cx="11247120" cy="16184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5056632"/>
            <a:ext cx="10972800" cy="1435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Author picks photo + types prompt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    │  (debounced 1.2s)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    ▼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product-variant.js  ──POST /api/firefly/generate-variant──▶  edge/api-proxy.js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(multipart: image bytes, prompt, size)        │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    │                              POST /v2/storage/image  → uploadId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    │                              POST /v3/images/generate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    │                                structure.imageReference.source.uploadId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    ▼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inline preview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    │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    ├── uploadToDam() / patchBlockImage('resultImage', ...)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    └── window.location.reload()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0000"/>
                </a:solidFill>
              </a:rPr>
              <a:t>Adobe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</a:rPr>
              <a:t>©2026 Adobe. All Rights Reserved. Adobe Confidential.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0000"/>
                </a:solidFill>
              </a:rPr>
              <a:t>Step 1 — Authoring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11521440" cy="25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productImage (reference, required) — the source product photo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2704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prompt (richtext, required) — the desired variation, in plain English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11096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aspectRatio (select) — same 3 sizes as firefly/ai-image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95144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resultImage (reference) — written programmatically, never picked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7919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6324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Only 4 top-level fields: the project's xwalk ESLint rules cap a block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4728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at 4 cells (max-cells). A first draft also had variationType 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831336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strength select fields — folded into prompt guidance text and 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215384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hardcoded server-side default instead of blowing the field budget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690872"/>
            <a:ext cx="11247120" cy="189280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782312"/>
            <a:ext cx="10972800" cy="1709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// blocks/product-variant/_product-variant.json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{ "models": [{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"id": "product-variant",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"fields": [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{ "component": "reference", "name": "productImage",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  "label": "Product image", "required": true },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{ "component": "richtext", "name": "prompt", "label": "Prompt",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  "description": "e.g. 'a Christmas edition with festive wrapping'",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  "required": true },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{ "component": "select", "name": "aspectRatio", "label": "Aspect ratio",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  "options": [ /* 1024x1024, 1344x768, 768x1344 */ ] },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{ "component": "reference", "name": "resultImage",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  "label": "Generated variant" }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]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}]}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0000"/>
                </a:solidFill>
              </a:rPr>
              <a:t>Adobe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</a:rPr>
              <a:t>©2026 Adobe. All Rights Reserved. Adobe Confidential.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0000"/>
                </a:solidFill>
              </a:rPr>
              <a:t>Step 2 — Edge Worker: Upload + Structure Reference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11521440" cy="25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Reuses getFireflyToken() — the same cached IMS client_credentials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2704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auth as firefly/ai-image, no duplicated auth logic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11096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New helper uploads the photo bytes to Firefly's storage API 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95144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returns an uploadId, which is then passed as a structure reference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7919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Route reads multipart form data (an image file is attached), unlike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6324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the JSON-bodied firefly/ai-image routes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538728"/>
            <a:ext cx="11247120" cy="30449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630168"/>
            <a:ext cx="10972800" cy="2862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// edge/api-proxy.js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async function uploadImageToFirefly(bytes, mimeType, env) {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const token = await getFireflyToken(env);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const res = await fetch('https://firefly-api.adobe.io/v2/storage/image', {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method: 'POST',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headers: { 'Content-Type': mimeType, Authorization: `Bearer ${token}`,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           'x-api-key': env.FIREFLY_CLIENT_ID },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body: bytes,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});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return (await res.json()).images[0].id;                     // uploadId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}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/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async function fireflyGenerateVariant(prompt, size, uploadId, strength, env) {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// POST /v3/images/generate  { prompt, size, contentClass: 'photo',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//   structure: { strength, imageReference: { source: { uploadId } } } }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}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// Route: POST /api/firefly/generate-variant  (multipart: image, prompt, size)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0000"/>
                </a:solidFill>
              </a:rPr>
              <a:t>Adobe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</a:rPr>
              <a:t>©2026 Adobe. All Rights Reserved. Adobe Confidential.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0000"/>
                </a:solidFill>
              </a:rPr>
              <a:t>Step 3 — Reading Block State: Source, Result, or Neither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11521440" cy="25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Two reference fields means two possible &lt;picture&gt; elements — can't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2704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just do block.querySelector('picture') like ai-image did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11096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Fields read positionally by index, matching JSON field declaration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95144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order: productImage=1, prompt=2, aspectRatio=3, resultImage=4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7919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resultImage present → render it, done (works on published pages too)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6324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No data-aue-resource (not the UE canvas) → fall back to the original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4728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product photo untouched, so the page is never empty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922776"/>
            <a:ext cx="11247120" cy="266090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4014216"/>
            <a:ext cx="10972800" cy="2478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// Field order mirrors _product-variant.json — each field is a direct child div.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function fieldPicture(block, index) {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return block.querySelector(`:scope &gt; div:nth-child(${index}) picture`);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}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/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const sourcePicture = fieldPicture(block, 1);   // productImage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const resultPicture = fieldPicture(block, 4);   // resultImage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/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if (resultPicture) { /* render persisted variant, return */ }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if (!sourcePicture) return;               // required field still empty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if (!resource) { /* published page: render the original product photo */ 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0000"/>
                </a:solidFill>
              </a:rPr>
              <a:t>Adobe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</a:rPr>
              <a:t>©2026 Adobe. All Rights Reserved. Adobe Confidential.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0000"/>
                </a:solidFill>
              </a:rPr>
              <a:t>Step 4 — Auto-Generate, Shared DAM Persistence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11521440" cy="25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Same debounce + in-flight-guard pattern as ai-image (1.2s, keyed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2704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resource) — Universal Editor re-runs decorate() on every field edit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11096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The photo's bytes come from fetch(sourceImg.src) in the browser, not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95144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the Worker — the browser already has the authenticated session that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7919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rendered that &lt;img&gt;, so no extra server-side auth is needed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6324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Extracted getCsrfToken/uploadToDam/patchBlockImage out of ai-image.js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4728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into scripts/dam-persist.js — both blocks import the same helpers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831336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instead of duplicating ~50 lines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306824"/>
            <a:ext cx="11247120" cy="227685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398264"/>
            <a:ext cx="10972800" cy="20939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// blocks/product-variant/product-variant.js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import { getCsrfToken, uploadToDam, patchBlockImage } from '../../scripts/dam-persist.js';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/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const sourceBlob = await (await fetch(sourceImg.src, { credentials: 'include' })).blob();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const form = new FormData();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form.append('image', sourceBlob, 'product.jpg');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form.append('prompt', prompt);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form.append('size', size);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const blob = await (await fetch(`${EDGE_ORIGIN}/api/firefly/generate-variant`,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{ method: 'POST', body: form })).blob();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/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const assetPath = await uploadToDam(blob, mimeType, csrfToken, 'product-variant');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await patchBlockImage(resourcePath, 'resultImage', assetPath, csrfToken);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0000"/>
                </a:solidFill>
              </a:rPr>
              <a:t>Adobe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</a:rPr>
              <a:t>©2026 Adobe. All Rights Reserved. Adobe Confidential.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0000"/>
                </a:solidFill>
              </a:rPr>
              <a:t>Step 5 — Registering the Block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11521440" cy="25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_product-variant.json is auto-picked up by the existing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2704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../blocks/*/_*.json globs in models/_component-models.json 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11096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models/_component-definition.json — no manual registration there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95144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But a block also needs to be added to every filter that should allow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7919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it — here, models/_section.json's "section" filter component 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6324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The block's id must match exactly in every one of those three places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4728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(a components-list typo silently hides the block from the picker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831336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with no error anywhere — it just never appears)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215384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Run npm run build:json to regenerate the merged root JSON files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690872"/>
            <a:ext cx="11247120" cy="189280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782312"/>
            <a:ext cx="10972800" cy="1709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// models/_section.json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{ "filters": [{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"id": "section",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"components": [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"text", "image", "button", "title", "hero", "cards", "columns",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"fragment", "teaser", "weather", "rates", "firefly", "ai-image",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"product-variant"        // must exactly match the block's own "id"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]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}]}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/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$ npm run build:json   # regenerates component-{models,definition,filters}.json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0000"/>
                </a:solidFill>
              </a:rPr>
              <a:t>Adobe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</a:rPr>
              <a:t>©2026 Adobe. All Rights Reserved. Adobe Confidential.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0000"/>
                </a:solidFill>
              </a:rPr>
              <a:t>Step 6 — Deploying the Worker (Easy to Miss!)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11521440" cy="25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This project has two independent deploy targets that a single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2704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git push does NOT both update: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11096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    – EDS code bus (blocks/**, component-*.json) — auto-synced from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5856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    – GitHub on push, serves the block's JS/CSS/model to Universal Editor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0604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    – Cloudflare Worker (edge/api-proxy.js) — requires an explicit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5351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    – wrangler deploy; git push alone leaves the old Worker code running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00984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Pushing new Worker routes without redeploying looks exactly like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8503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generic "Failed to fetch" in the block — see the issues table next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160520"/>
            <a:ext cx="11247120" cy="2423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251960"/>
            <a:ext cx="10972800" cy="2240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$ npm run build:json &amp;&amp; npm run lint     # regenerate + verify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$ git add &lt;changed files&gt; &amp;&amp; git commit -m "..."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$ git push origin main                   # updates EDS code bus only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/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$ npm run deploy:edge                    # a.k.a. `wrangler deploy`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                                      # updates the Cloudflare Worker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0000"/>
                </a:solidFill>
              </a:rPr>
              <a:t>Adobe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</a:rPr>
              <a:t>©2026 Adobe. All Rights Reserved. Adobe Confidential.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0000"/>
                </a:solidFill>
              </a:rPr>
              <a:t>Real Example — Tennis Racquet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11521440" cy="25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</a:rPr>
              <a:t>Same racquet silhouette, head shape and grip carried through both variants:</a:t>
            </a:r>
          </a:p>
        </p:txBody>
      </p:sp>
      <p:pic>
        <p:nvPicPr>
          <p:cNvPr id="7" name="Picture 6" descr="head-racke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4206240" cy="4206240"/>
          </a:xfrm>
          <a:prstGeom prst="rect">
            <a:avLst/>
          </a:prstGeom>
        </p:spPr>
      </p:pic>
      <p:pic>
        <p:nvPicPr>
          <p:cNvPr id="8" name="Picture 7" descr="racket-varian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554480"/>
            <a:ext cx="4206240" cy="4206240"/>
          </a:xfrm>
          <a:prstGeom prst="rect">
            <a:avLst/>
          </a:prstGeom>
        </p:spPr>
      </p:pic>
      <p:pic>
        <p:nvPicPr>
          <p:cNvPr id="9" name="Picture 8" descr="prod-variant-tes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1554480"/>
            <a:ext cx="4206240" cy="4206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5852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</a:rPr>
              <a:t>Original product photo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585216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Prompt: "...festive Christmas display
with a decorated tree..."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585216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Prompt: "...on a beach in summer
with sunshine and palm trees"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0000"/>
                </a:solidFill>
              </a:rPr>
              <a:t>Adobe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</a:rPr>
              <a:t>©2026 Adobe. All Rights Reserved. Adobe Confidential.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0000"/>
                </a:solidFill>
              </a:rPr>
              <a:t>Issues Hit Along the Way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11521440" cy="25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3246120" cy="4114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3192" y="1143000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Symptom</a:t>
            </a:r>
          </a:p>
        </p:txBody>
      </p:sp>
      <p:sp>
        <p:nvSpPr>
          <p:cNvPr id="8" name="Rectangle 7"/>
          <p:cNvSpPr/>
          <p:nvPr/>
        </p:nvSpPr>
        <p:spPr>
          <a:xfrm>
            <a:off x="3703320" y="1097280"/>
            <a:ext cx="3794760" cy="4114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76472" y="1143000"/>
            <a:ext cx="3703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Root Cause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35240" y="1097280"/>
            <a:ext cx="4160520" cy="4114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08392" y="1143000"/>
            <a:ext cx="4069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Fix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508760"/>
            <a:ext cx="3246120" cy="9144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3192" y="1563624"/>
            <a:ext cx="312724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ESLint error: "Avoid using more
than 4 cells" on the model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03320" y="1508760"/>
            <a:ext cx="3794760" cy="9144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76472" y="1563624"/>
            <a:ext cx="367588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xwalk's max-cells rule caps a
block at 4 top-level fields;
first draft had 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35240" y="1508760"/>
            <a:ext cx="4160520" cy="9144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08392" y="1563624"/>
            <a:ext cx="404164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Dropped variationType/strength
fields; folded guidance into the
prompt field's description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468880"/>
            <a:ext cx="324612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3192" y="2523744"/>
            <a:ext cx="312724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Worker: "IMS token request
failed: 400" on every call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03320" y="2468880"/>
            <a:ext cx="379476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76472" y="2523744"/>
            <a:ext cx="367588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.dev.vars had a literal
placeholder string for
FIREFLY_CLIENT_SECRET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35240" y="2468880"/>
            <a:ext cx="416052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08392" y="2523744"/>
            <a:ext cx="404164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Called IMS directly with curl to
confirm invalid_client, then
pasted the real rotated secret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429000"/>
            <a:ext cx="3246120" cy="9144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3192" y="3483864"/>
            <a:ext cx="312724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Block never appears in
Universal Editor after push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03320" y="3429000"/>
            <a:ext cx="3794760" cy="9144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76472" y="3483864"/>
            <a:ext cx="367588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EDS code bus hadn't re-synced
from GitHub in 5 days — a
GitHub–code-sync gap, not a
content bug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35240" y="3429000"/>
            <a:ext cx="4160520" cy="9144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08392" y="3483864"/>
            <a:ext cx="404164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Confirmed via admin.hlx.page
/code status; forced a resync
with a POST to the same endpoint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4389120"/>
            <a:ext cx="324612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3192" y="4443984"/>
            <a:ext cx="312724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Block exists but still isn't
selectable inside a Section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703320" y="4389120"/>
            <a:ext cx="379476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76472" y="4443984"/>
            <a:ext cx="367588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models/_section.json filter
listed "products-variant"
(typo) instead of the block's
real id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35240" y="4389120"/>
            <a:ext cx="416052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08392" y="4443984"/>
            <a:ext cx="404164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Fixed the id to match exactly
across _product-variant.json,
_section.json and the block folder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5349240"/>
            <a:ext cx="3246120" cy="9144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93192" y="5404104"/>
            <a:ext cx="312724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"Something went wrong:
Failed to fetch" in the editor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703320" y="5349240"/>
            <a:ext cx="3794760" cy="9144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76472" y="5404104"/>
            <a:ext cx="367588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git push updates EDS code
only — the Cloudflare Worker
still ran old code with no
/generate-variant route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635240" y="5349240"/>
            <a:ext cx="4160520" cy="9144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08392" y="5404104"/>
            <a:ext cx="404164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npm run deploy:edge; verified
with a direct curl against the
Worker before retesting in UE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0000"/>
                </a:solidFill>
              </a:rPr>
              <a:t>Adobe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</a:rPr>
              <a:t>©2026 Adobe. All Rights Reserved. Adobe Confidential.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0000"/>
                </a:solidFill>
              </a:rPr>
              <a:t>Best Practices &amp;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11521440" cy="25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1874520" cy="4114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3192" y="1143000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1097280"/>
            <a:ext cx="3429000" cy="4114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59152" y="114300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Action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06440" y="1097280"/>
            <a:ext cx="4069080" cy="4114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79592" y="1143000"/>
            <a:ext cx="3977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Notes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508760"/>
            <a:ext cx="1874520" cy="57607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3192" y="1563624"/>
            <a:ext cx="175564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1. Model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0" y="1508760"/>
            <a:ext cx="3429000" cy="57607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59152" y="1563624"/>
            <a:ext cx="331012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productImage, prompt,
aspectRatio, resultImage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06440" y="1508760"/>
            <a:ext cx="4069080" cy="57607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79592" y="1563624"/>
            <a:ext cx="39502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Keep to ≤4 fields —
xwalk's max-cells lint rule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130552"/>
            <a:ext cx="187452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3192" y="2185416"/>
            <a:ext cx="175564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2. Worker route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0" y="2130552"/>
            <a:ext cx="342900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59152" y="2185416"/>
            <a:ext cx="331012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Upload photo → uploadId →
structure-reference generate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06440" y="2130552"/>
            <a:ext cx="406908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79592" y="2185416"/>
            <a:ext cx="39502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Reuse existing IMS auth,
don't duplicate 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2752344"/>
            <a:ext cx="1874520" cy="57607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3192" y="2807208"/>
            <a:ext cx="175564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3. Read block state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0" y="2752344"/>
            <a:ext cx="3429000" cy="57607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59152" y="2807208"/>
            <a:ext cx="331012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Query fields by position,
not generic querySelector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06440" y="2752344"/>
            <a:ext cx="4069080" cy="57607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79592" y="2807208"/>
            <a:ext cx="39502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Needed once a block has
more than one image field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374136"/>
            <a:ext cx="187452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3192" y="3429000"/>
            <a:ext cx="175564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4. Auto-generate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0" y="3374136"/>
            <a:ext cx="342900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59152" y="3429000"/>
            <a:ext cx="331012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Debounce + in-flight guard,
shared dam-persist.js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06440" y="3374136"/>
            <a:ext cx="406908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79592" y="3429000"/>
            <a:ext cx="39502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Extract shared helpers
instead of copy-pasting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3995928"/>
            <a:ext cx="1874520" cy="57607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93192" y="4050792"/>
            <a:ext cx="175564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5. Register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86000" y="3995928"/>
            <a:ext cx="3429000" cy="57607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359152" y="4050792"/>
            <a:ext cx="331012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Add the block id to every
relevant filter, then build:json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806440" y="3995928"/>
            <a:ext cx="4069080" cy="57607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879592" y="4050792"/>
            <a:ext cx="39502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A typo hides the block with
no visible error anywhere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4617720"/>
            <a:ext cx="187452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93192" y="4672584"/>
            <a:ext cx="175564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6. Deploy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286000" y="4617720"/>
            <a:ext cx="342900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359152" y="4672584"/>
            <a:ext cx="331012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git push (code) AND
wrangler deploy (Worker)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06440" y="4617720"/>
            <a:ext cx="406908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879592" y="4672584"/>
            <a:ext cx="39502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Two independent targets —
easy to update only one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5239512"/>
            <a:ext cx="1874520" cy="57607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93192" y="5294376"/>
            <a:ext cx="175564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7. Verify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286000" y="5239512"/>
            <a:ext cx="3429000" cy="57607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359152" y="5294376"/>
            <a:ext cx="331012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curl the Worker route
directly before testing in UE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806440" y="5239512"/>
            <a:ext cx="4069080" cy="57607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879592" y="5294376"/>
            <a:ext cx="39502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Isolates Worker bugs from
AEM/UE/code-sync bugs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004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0000"/>
                </a:solidFill>
              </a:rPr>
              <a:t>Adobe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15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</a:rPr>
              <a:t>©2026 Adobe. All Rights Reserved. Adobe Confidential.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94960" y="301752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Adobe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