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</a:rPr>
              <a:t>The ai-image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Author-Generated, DAM-Persisted Firefly Images in Universal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Adobe Experience Manager —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Why ai-image is a separate block from firefly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1 — Authoring model: prompt, aspect ratio, persisted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2 — Edge Worker route that streams image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3 — Detecting Universal Editor authoring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4 — Auto-generate on prompt entry (debounced)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5 — Upload to AEM DAM (direct binary upload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6 — Patch the block's own content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Bugs hit along the way — and how each was diagnosed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Current status &amp; open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Best Practices &amp;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Why a Separate Block From firefly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original firefly block calls Firefly on every single render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author preview and every live visitor alike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Costs a Firefly credit per page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Different image every time (no determinism)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The returned URL is a presigned S3 link that expires in ~1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ai-image fixes all three by generating once, in Universal Editor,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216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and persisting the result as a real AEM DAM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056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— published pages then render that stored asset with zero API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97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73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Kept as a new block folder so the original firefly block stays untouched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1. Author drops the block and types a Prompt (+ optional aspect ratio)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2. 1.2s after the last edit, the block calls the edge Worker for image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3. Bytes are shown immediately as an inline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4. Block fetches a Granite CSRF token, then uploads the bytes to AEM 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via the 3-step direct binary upload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5. Block POSTs the resulting DAM path as its own "image" 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(same-origin Sling POST against its own content node)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581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6. Page reloads — Universal Editor now sees a real persisted 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42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7. On any later render (author or published), decorate() finds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&lt;picture&gt; already present and returns immediately — no API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65192"/>
            <a:ext cx="11247120" cy="1618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56632"/>
            <a:ext cx="10972800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Author types prompt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(debounced 1.2s)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▼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ai-image.js  ──POST /api/firefly/generate-image──▶  edge/api-proxy.js (Worker)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image bytes                             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▼                                     Adobe IMS + Firefly Generate API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inline &lt;img&gt; preview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├──GET /libs/granite/csrf/token.json (same-origin, cookies)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├──POST .initiateUpload.json / PUT blob / POST .completeUpload.json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└──POST &lt;block's own resource path&gt;  { image: &lt;dam-path&gt;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window.location.reload()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1 — Authoring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Same prompt/aspectRatio shape as the firefly block, plus a third field: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"image" — a reference (asset picker) field, written to programmatically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instead of through the picker UI, but still manually overridable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4197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972800" cy="401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blocks/ai-image/_ai-image.json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"models":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"id": "ai-image",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"fields":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{ "component": "richtext", "name": "prompt", "label": "Prompt",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"valueType": "string", "required": true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{ "component": "select", "name": "aspectRatio", "label": "Aspect ratio",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"valueType": "string",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"options":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"Square (1024x1024)",   "value": "1024x1024"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"Landscape (1344x768)", "value": "1344x768"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"Portrait (768x1344)",  "value": "768x1344"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]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{ "component": "reference", "name": "image", "label": "Generated 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"valueType": "string"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2 — Edge Worker: Stream Image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Reuses the same IMS client_credentials auth as the firefly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(getFireflyToken, cached in-isolate) — no duplicated auth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But instead of returning the presigned Firefly URL as JSON, it fetches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bytes server-side and streams them straight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Avoids S3 CORS uncertainty and the URL's ~1h expiry entirely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4712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097280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edge/api-proxy.js — new route, existing /api/firefly/generate is untouched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async function handleFireflyGenerateImage(request, env, cors)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{ prompt, size } = parsePromptAndSize(await request.json());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url = await fireflyGenerate(prompt, size, env);   // shared helper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imageRes = await fetch(url);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new Response(imageRes.body,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status: 200,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headers: { 'Content-Type': imageRes.headers.get('Content-Type') || 'image/png', ...cors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Route: POST /api/firefly/generate-image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3 — Detecting Universal Editor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hostname guessing needed — Universal Editor instruments every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wrapper with a data-aue-resource attribute, only present inside its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Confirmed live: inspecting the block in Universal Editor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data-resource="urn:aemconnection:/content/myeds-xwalk/index/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jcr:content/root/section_158074003/firefly"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Stripping the urn:aemconnection: prefix gives the exact JCR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of the block's own content node — this is what later gets patched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47120" cy="2697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40"/>
            <a:ext cx="1097280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resource = block.getAttribute('data-aue-resource');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Published page: attribute absent entirely — never call Firefly there,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only ever render an already-persisted &lt;picture&gt;.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(!resource) return;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Editor canvas: strip the urn prefix to get the real Sling resource path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resourcePath = resource.replace('urn:aemconnection:', '');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→ /content/myeds-xwalk/index/jcr:content/root/section_158074003/firefly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4 — Auto-Generate on Prompt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"Generate" button — the first version had one, but felt clunky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for a "type a prompt, see the image" authoring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Debounced 1.2s after the last field edit — Universal Editor re-runs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decorate() on every properties-rail change, so without debouncing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single prompt would trigger many redundant Firefly calls mid-typing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An in-flight Set guards against overlapping generations if the 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keeps editing while a generation is already 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22776"/>
            <a:ext cx="11247120" cy="2660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14216"/>
            <a:ext cx="10972800" cy="2478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pendingTimers = new Map();   // resource -&gt; timeoutId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inFlight = new Set();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DEBOUNCE_MS = 1200;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(pendingTimers.has(resource)) clearTimeout(pendingTimers.get(resource));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(inFlight.has(resource)) return;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timerId = setTimeout(async () =&gt;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inFlight.add(resource);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await generateAndPersist(preview, prompt, aspectRatio, resource);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window.location.reload();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}, DEBOUNCE_MS);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pendingTimers.set(resource, timerId);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5 — Upload to AEM DAM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AEMaaCS deprecated direct binary POST — the supported flow is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3-step Direct Binary Upload: initiateUpload → PUT to blob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→ completeUpload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Same-origin fetch with credentials: 'include' — the author's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session cookie authenticates every call, no separate service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Every mutating call needs a Granite CSRF-Token 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Target folder auto-creates itself on first use if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22776"/>
            <a:ext cx="11247120" cy="26609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14216"/>
            <a:ext cx="10972800" cy="2478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csrfToken = (await fetch('/libs/granite/csrf/token.json',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{ credentials: 'include' }).then(r =&gt; r.json())).token;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let initRes = await initiate();                 // POST &lt;folder&gt;.initiateUpload.json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(initRes.status === 404) {                    // folder doesn't exist yet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await createDamFolder(csrfToken);              // POST /api/assets/&lt;folder&gt;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initRes = await initiate();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{ uploadURIs, uploadToken } = (await initRes.json()).files[0];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await fetch(uploadURIs[0], { method: 'PUT', body: blob });   // no auth needed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await fetch(completeURI, { method: 'POST', credentials: 'include',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headers: { 'CSRF-Token': csrfToken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body: new URLSearchParams({ fileName, mimeType, uploadToken }) });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6 — Patch the Block's Own Content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Standard Sling Default POST Servlet behaviour: POST form fields named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after JCR properties updates them on that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Same CSRF token and same-origin credentials as the DAM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This is additive — it only ever adds/updates the "image" property,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never touches the author's prompt/aspectRatio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4712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097280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await fetch(resourcePath,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method: 'POST',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credentials: 'include',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headers: { 'Content-Type': 'application/x-www-form-urlencoded',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'CSRF-Token': csrfToken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body: new URLSearchParams({ image: assetPath }),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resourcePath = /content/myeds-xwalk/index/jcr:content/root/section_.../firefly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assetPath    = /content/dam/myeds-xwalk/generated/firefly-&lt;timestamp&gt;.jpg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Bugs Hit Along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6118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097280"/>
            <a:ext cx="37947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1430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097280"/>
            <a:ext cx="37947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1430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361188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34930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Broken image icon shown
before any generation 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508760"/>
            <a:ext cx="379476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156362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.ai-image-preview's own
display:block overrode the
hidden attribute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508760"/>
            <a:ext cx="379476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56362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.ai-image-preview[hidden]
{ display: none;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3611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615184"/>
            <a:ext cx="34930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Generate button rendered
with invisible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56032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Global button{} rule in
styles.css sets color:
var(--background-color)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56032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261518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Explicitly set color on
.ai-image-generate
(later: button removed entirely)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11880"/>
            <a:ext cx="361188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666744"/>
            <a:ext cx="34930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"Something went wrong…"
with no further detail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611880"/>
            <a:ext cx="379476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2" y="366674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Catch block swallowed the
real error into one generic
message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611880"/>
            <a:ext cx="379476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366674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Surface e.message directly
in the status text + console.error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3611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718304"/>
            <a:ext cx="34930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"Failed to fetch" calling
the Worker from the editor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66344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2232" y="471830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Worker's CORS allowlist
didn't include the AEM
author origin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4663440"/>
            <a:ext cx="3794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4718304"/>
            <a:ext cx="36758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author-p42808-...
.adobeaemcloud.com to
ALLOWED_ORIGINS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Current Status &amp; Open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Confirmed working: prompt entry, debounced auto-generate, inline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preview, CSRF token fetch, and the DAM upload's initiateUpload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Open issue: after completeUpload succeeds, AEM's asset-processing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workflow (thumbnail/rendition generation) starts and has been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observed to fail — the image is then no longer displayed after reload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This is server-side AEM workflow behaviour, not something visible 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block's own code — next step is checking Tools → Operations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Workflow → Failures (or the Assets UI directly) for the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processing error, since the folder was auto-created by our code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675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may not inherit the same ACLs/workflow launcher config as a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515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authored DAM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74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3429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097280"/>
            <a:ext cx="40690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14300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1.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08760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56362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prompt, aspectRatio,
image (reference)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56362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image is written
programmatically, not picked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30552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8541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2. Worker 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130552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18541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Stream bytes instead of
a presigned 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130552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218541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Reuse existing IMS auth —
don't duplicate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52344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807208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3. Author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752344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2807208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Check data-aue-resource
on the block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752344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807208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Absent on published pages
— never call Firefly there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74136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429000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4. Auto-generate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374136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3429000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Debounce + in-flight guard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374136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3429000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Prevents redundant calls
while the author is editing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95928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05079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5. DAM upload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995928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4050792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initiateUpload / PUT /
completeUpload + CSRF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995928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9592" y="4050792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Same-origin, cookie auth —
no extra service token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617720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67258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6. Persist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617720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9152" y="467258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Sling POST the block's
own resource path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4617720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67258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Additive — only touches
the image property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39512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529437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7. Debug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239512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529437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Surface real error text,
not a generic message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5239512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9592" y="529437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CORS/CSRF/workflow failures
all look identical otherwise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3017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