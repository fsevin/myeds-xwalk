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source deck: Video-Player-Block-Build-Guide.pptx. Hero visual is a generated PNG created for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 supports these points in “What It Does, and Why a Native &lt;video&gt; Element” and “Best Practices &amp; Summary”.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 supports the exact five authoring steps and notes asset publication is the #1 cause of a video not appearing.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markup contract section. The visual is a generated PNG based on that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Step 1 — Content Model and code excerpt.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Step 3 — Block JS and code excerpt.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Steps 4–5 — Styling and Registering the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Publishing Tips — Cloud Configuration &amp; DAM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Issues Hit Along the Way — Varnish 404 / publishing pipeline diagnosis. The visual is a generated PNG based on the source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Issues Hit Along the Way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 deck: Best Practices &amp;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OBE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Adobe. All Rights Reserved. Adobe Confidential.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video_player_work/assets/hero_video_player.png">    </p:cNvPr>
          <p:cNvPicPr>
            <a:picLocks noChangeAspect="1"/>
          </p:cNvPicPr>
          <p:nvPr/>
        </p:nvPicPr>
        <p:blipFill>
          <a:blip r:embed="rId1"/>
          <a:srcRect l="13" r="13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>
              <a:alpha val="60000"/>
            </a:srgb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85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video-player Block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33502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</a:rPr>
              <a:t>DAM-sourced video playback for Edge Delivery Services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94360" y="1920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</a:rPr>
              <a:t>Author → build → publish → debug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2487168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253288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HTML5 &lt;video&gt;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39696" y="2487168"/>
            <a:ext cx="150876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12848" y="253288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DAM references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67328" y="2487168"/>
            <a:ext cx="1481328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25328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Autoplay / Loop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6053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Adobe Experience Manager — Internal technical walkthrough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a native &lt;video&gt; element?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Keep the block small, predictable, and dependency-free.</a:t>
            </a:r>
            <a:endParaRPr lang="en-US" sz="1300" dirty="0"/>
          </a:p>
        </p:txBody>
      </p:sp>
      <p:pic>
        <p:nvPicPr>
          <p:cNvPr id="4" name="Image 0" descr="/mnt/data/video_player_work/assets/hero_video_player.png">    </p:cNvPr>
          <p:cNvPicPr>
            <a:picLocks noChangeAspect="1"/>
          </p:cNvPicPr>
          <p:nvPr/>
        </p:nvPicPr>
        <p:blipFill>
          <a:blip r:embed="rId1"/>
          <a:srcRect l="15561" r="15561" t="0" b="0"/>
          <a:stretch/>
        </p:blipFill>
        <p:spPr>
          <a:xfrm>
            <a:off x="502920" y="123444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0" y="1353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Simple runtime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0" y="1655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Render plain HTML5 &lt;video&gt;; no third-party player library or load-time dependency.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2441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Author-friendly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66560" y="270662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Video + optional poster + a single Options multiselect for Autoplay, Loop, Muted, Hide controls.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47472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3493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Browser-aware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66560" y="375818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Autoplay forces Muted + playsInline so the authored option stays realistic across browsers.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452628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4544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4507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Lightweight styling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66560" y="48097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native element already handles playback controls, aspect ratio and responsiveness.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authors use it in Universal Editor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five-step authoring flow, with one publishing step that is easy to miss.</a:t>
            </a:r>
            <a:endParaRPr lang="en-US" sz="1300" dirty="0"/>
          </a:p>
        </p:txBody>
      </p:sp>
      <p:pic>
        <p:nvPicPr>
          <p:cNvPr id="4" name="Image 0" descr="/mnt/data/video_player_work/assets/authoring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62249"/>
            <a:ext cx="6583680" cy="37621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89888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4081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28432" y="142646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Add a Section and insert “Video Player”.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0" y="2231136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22494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28432" y="22677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Pick the Video asset from DAM.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0" y="3072384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0906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28432" y="3108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Optionally pick a Poster image.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98080" y="3913632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39319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28432" y="39502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Select Autoplay / Loop / Muted / Hide controls.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98080" y="475488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4773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28432" y="479145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Preview, then publish BOTH the page and the video asset.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424928" y="5532120"/>
            <a:ext cx="4041648" cy="603504"/>
          </a:xfrm>
          <a:prstGeom prst="roundRect">
            <a:avLst>
              <a:gd name="adj" fmla="val 24242"/>
            </a:avLst>
          </a:prstGeom>
          <a:solidFill>
            <a:srgbClr val="FFF3F3"/>
          </a:solidFill>
          <a:ln w="13970">
            <a:solidFill>
              <a:srgbClr val="FECAC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07808" y="57058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Most common miss: page published, video asset not published.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markup contract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Image references and video references behave differently after publish.</a:t>
            </a:r>
            <a:endParaRPr lang="en-US" sz="1300" dirty="0"/>
          </a:p>
        </p:txBody>
      </p:sp>
      <p:pic>
        <p:nvPicPr>
          <p:cNvPr id="4" name="Image 0" descr="/mnt/data/video_player_work/assets/video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11" y="1234440"/>
            <a:ext cx="11051177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EEF4FF"/>
          </a:solidFill>
          <a:ln w="13970">
            <a:solidFill>
              <a:srgbClr val="C7D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760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Poster image → &lt;picture&gt; → media bus → site-hosted media URL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99632" y="5577840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FFF3F3"/>
          </a:solidFill>
          <a:ln w="1397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5760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Video → &lt;a href="/content/dam/..."&gt; → DAM path must be directly servable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Content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Three top-level fields keep the block small and align with the EDS classes convention.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45920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reference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Required DAM video asset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290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645920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9164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6008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reference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Optional thumbnail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42900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645920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69164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30768" y="2066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multiselect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30768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Autoplay / Loop / Muted / Hide controls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10972800" cy="155448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Model JSON (abridged)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3822192"/>
            <a:ext cx="7543800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"video-player", "fields":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"component": "reference", "name": "video", "required": true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"component": "reference", "name": "poster"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"component": "multiselect", "name": "classes", "options": ["autoplay","loop","muted","hide-controls"]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5742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2626"/>
                </a:solidFill>
              </a:rPr>
              <a:t>Design note: use one multiselect “Options” field instead of four boolean fields.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Block JS: read fields, build &lt;video&gt;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Field order + block classes form the runtime contract.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44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Read video link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div:nth-child(1) → &lt;a href&gt;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04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304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Read poster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div:nth-child(2) → &lt;picture&gt;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24612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644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264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Read options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block.classList →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20624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2245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Apply browser-safe playback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Autoplay ⇒ muted + playsInline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1325880"/>
            <a:ext cx="7086600" cy="4160520"/>
          </a:xfrm>
          <a:prstGeom prst="roundRect">
            <a:avLst>
              <a:gd name="adj" fmla="val 3516"/>
            </a:avLst>
          </a:prstGeom>
          <a:solidFill>
            <a:srgbClr val="111827"/>
          </a:solidFill>
          <a:ln w="13970">
            <a:solidFill>
              <a:srgbClr val="273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600200"/>
            <a:ext cx="658368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videoLink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posterPicture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fieldPicture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autoplay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'autoplay'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muted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'muted'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autoplay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'hide-controls'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video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createElement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'video'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videoLink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muted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playsInline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autoplay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posterPicture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video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posterPicture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'img'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62272" y="5669280"/>
            <a:ext cx="6858000" cy="594360"/>
          </a:xfrm>
          <a:prstGeom prst="roundRect">
            <a:avLst>
              <a:gd name="adj" fmla="val 24615"/>
            </a:avLst>
          </a:prstGeom>
          <a:solidFill>
            <a:srgbClr val="1F2937"/>
          </a:solidFill>
          <a:ln w="1397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58613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</a:rPr>
              <a:t>Empty required field → render nothing while author completes the block.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3–4 — Style + register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Minimal CSS, then make the block selectable in Sections.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1208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72768"/>
            <a:ext cx="640080" cy="301752"/>
          </a:xfrm>
          <a:prstGeom prst="roundRect">
            <a:avLst>
              <a:gd name="adj" fmla="val 48485"/>
            </a:avLst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1848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Minimal styling is intentional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3891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.video-player video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100%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159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Native controls, responsive sizing, and a black loading background do most of the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5486400" cy="4069080"/>
          </a:xfrm>
          <a:prstGeom prst="roundRect">
            <a:avLst>
              <a:gd name="adj" fmla="val 3596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1572768"/>
            <a:ext cx="96012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184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7648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_video-player.json is auto-discovered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2633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Add "video-player" to the section filter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3163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3. Run npm run build:json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39593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A one-character component-id typo can silently hide the block from the picker.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27648" y="4754880"/>
            <a:ext cx="4480560" cy="475488"/>
          </a:xfrm>
          <a:prstGeom prst="roundRect">
            <a:avLst>
              <a:gd name="adj" fmla="val 30769"/>
            </a:avLst>
          </a:prstGeom>
          <a:solidFill>
            <a:srgbClr val="EEF4FF"/>
          </a:solidFill>
          <a:ln w="13970">
            <a:solidFill>
              <a:srgbClr val="C7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9011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Build output: component-models / definition / filters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is part of the feature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video block can be correct in the editor and still fail on the published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2527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paths.json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125272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Include the DAM path so EDS may serve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Cloud Configuration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Assign the site configuration to the DAM folder.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935224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535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9535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Publish the asset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9535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The binary itself must be published — page publish is not enough.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3785616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039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8039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Republish the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380390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Regenerate the published block markup after the asset is reachable.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4636008"/>
            <a:ext cx="384048" cy="384048"/>
          </a:xfrm>
          <a:prstGeom prst="ellipse">
            <a:avLst/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542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6542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Large files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465429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Use the MP4 processing profile when the asset needs a compliant rendition.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3232" y="5532120"/>
            <a:ext cx="10835640" cy="566928"/>
          </a:xfrm>
          <a:prstGeom prst="roundRect">
            <a:avLst>
              <a:gd name="adj" fmla="val 25806"/>
            </a:avLst>
          </a:prstGeom>
          <a:solidFill>
            <a:srgbClr val="FFF3F3"/>
          </a:solidFill>
          <a:ln w="1397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7150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Important distinction: an image reference is auto-rehosted by the media bus; a video reference is not.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Bug-fix tip: why the video works in UE but 404s on publish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Treat this as a publishing-pipeline problem first, not a block-code bug.</a:t>
            </a:r>
            <a:endParaRPr lang="en-US" sz="1300" dirty="0"/>
          </a:p>
        </p:txBody>
      </p:sp>
      <p:pic>
        <p:nvPicPr>
          <p:cNvPr id="4" name="Image 0" descr="/mnt/data/video_player_work/assets/bugfix_4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1097280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Bug-fix tips: use the symptom to choose the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fast diagnostic path for internal teams.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14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904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Symptom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25880"/>
            <a:ext cx="39776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490472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Likely root cause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325880"/>
            <a:ext cx="40690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490472"/>
            <a:ext cx="3849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251460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28800"/>
            <a:ext cx="397764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828800"/>
            <a:ext cx="40690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99339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Block missing from picker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01568" y="1984248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Section filter / wrong component 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07808" y="1984248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Fix models/_section.json → build:json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624328"/>
            <a:ext cx="251460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624328"/>
            <a:ext cx="397764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624328"/>
            <a:ext cx="406908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78892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Video blank after publish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01568" y="2779776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DAM path not servable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07808" y="2779776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Check paths.json + Cloud Config + asset publish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419856"/>
            <a:ext cx="251460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419856"/>
            <a:ext cx="397764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419856"/>
            <a:ext cx="40690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58444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Varnish 404 / Error 54113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01568" y="3575304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Video reference is not auto-rehosted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07808" y="3575304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Make /content/dam/... directly reachable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215384"/>
            <a:ext cx="251460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215384"/>
            <a:ext cx="397764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4215384"/>
            <a:ext cx="4069080" cy="795528"/>
          </a:xfrm>
          <a:prstGeom prst="rect">
            <a:avLst/>
          </a:prstGeom>
          <a:solidFill>
            <a:srgbClr val="F8FAFC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379976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Large video fails to serve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01568" y="437083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Missing compliant rendition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07808" y="4370832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Apply edge-delivery-services-mp4 processing profile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5010912"/>
            <a:ext cx="251460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5010912"/>
            <a:ext cx="397764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5010912"/>
            <a:ext cx="4069080" cy="795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C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5175504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Private DAM video still 404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01568" y="5166360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Technical account lacks read access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07808" y="5166360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Verify Cloud Manager technical account permissions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to carry into other EDS blocks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same patterns recur across video-player, ai-image, and product-variant work.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0876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92808" y="15270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Keep fields small. Use block-options classes for booleans.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6208" y="132588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50876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544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70648" y="15270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Read reference fields by position and classes via classList.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92608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718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92808" y="29443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Autoplay ⇒ muted + playsInline.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6208" y="274320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3F3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292608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FF2626"/>
          </a:solidFill>
          <a:ln w="12700">
            <a:solidFill>
              <a:srgbClr val="FF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97180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70648" y="29443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Page publication and asset publication are separate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" y="416052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34340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8912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92808" y="43616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 component-id mismatch can hide a block silently.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6208" y="4160520"/>
            <a:ext cx="512064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3970">
            <a:solidFill>
              <a:srgbClr val="D7DC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343400"/>
            <a:ext cx="914400" cy="301752"/>
          </a:xfrm>
          <a:prstGeom prst="roundRect">
            <a:avLst>
              <a:gd name="adj" fmla="val 4848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38912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Debug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70648" y="43616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Start from the published URL / serving layer before rewriting block code.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5715000"/>
            <a:ext cx="10789920" cy="475488"/>
          </a:xfrm>
          <a:prstGeom prst="roundRect">
            <a:avLst>
              <a:gd name="adj" fmla="val 30769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Takeaway: a small native block is easy; the publishing contract is where most real-world bugs surface.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Video Player Block — DAM-Sourced Video Playback</dc:title>
  <dc:subject>EDS Video Player Block</dc:subject>
  <dc:creator>Adobe</dc:creator>
  <cp:lastModifiedBy>Adobe</cp:lastModifiedBy>
  <cp:revision>1</cp:revision>
  <dcterms:created xsi:type="dcterms:W3CDTF">2026-08-18T08:33:10Z</dcterms:created>
  <dcterms:modified xsi:type="dcterms:W3CDTF">2026-08-18T08:33:10Z</dcterms:modified>
</cp:coreProperties>
</file>