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E9ACD5-5E9C-354E-8293-0BF86287B3D4}" v="1" dt="2026-08-20T06:57:19.8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 varScale="1">
        <p:scale>
          <a:sx n="104" d="100"/>
          <a:sy n="104" d="100"/>
        </p:scale>
        <p:origin x="232" y="5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k Sevin" userId="82d950c0-7bb5-4310-a4fc-a877d4bbe588" providerId="ADAL" clId="{EB9E244D-3F8B-59DF-801C-03BB392BC6F1}"/>
    <pc:docChg chg="addSld modSld">
      <pc:chgData name="Franck Sevin" userId="82d950c0-7bb5-4310-a4fc-a877d4bbe588" providerId="ADAL" clId="{EB9E244D-3F8B-59DF-801C-03BB392BC6F1}" dt="2026-08-20T07:27:59.999" v="13" actId="14100"/>
      <pc:docMkLst>
        <pc:docMk/>
      </pc:docMkLst>
      <pc:sldChg chg="addSp modSp new mod">
        <pc:chgData name="Franck Sevin" userId="82d950c0-7bb5-4310-a4fc-a877d4bbe588" providerId="ADAL" clId="{EB9E244D-3F8B-59DF-801C-03BB392BC6F1}" dt="2026-08-20T07:27:59.999" v="13" actId="14100"/>
        <pc:sldMkLst>
          <pc:docMk/>
          <pc:sldMk cId="3425204263" sldId="267"/>
        </pc:sldMkLst>
        <pc:picChg chg="add mod">
          <ac:chgData name="Franck Sevin" userId="82d950c0-7bb5-4310-a4fc-a877d4bbe588" providerId="ADAL" clId="{EB9E244D-3F8B-59DF-801C-03BB392BC6F1}" dt="2026-08-20T07:27:59.999" v="13" actId="14100"/>
          <ac:picMkLst>
            <pc:docMk/>
            <pc:sldMk cId="3425204263" sldId="267"/>
            <ac:picMk id="2" creationId="{E36FA3BE-29D3-AC8A-6B6B-D326B3743C4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</a:rPr>
              <a:t>Edge Delivery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290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How to Configure an Edge Function with 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7763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Adobe Experience Manager — Developer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Adobe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What is an Edge Function in EDS?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Folder &amp; File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Worker Configuration — wrangler.toml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951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CORS &amp; Caching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91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Environment Variables &amp; Secrets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Deploying the Worker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4728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Connecting a Block to the Edge 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3133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Best Practices &amp; 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©2024 Adobe. All Rights Reserved. Adobe Confidential.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What is an Edge Function in EDS?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A Cloudflare Worker that acts as a secure API proxy between the EDS page and external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Runs at the network edge — low latency, no origin server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Handles CORS so browser pages on aem.live / aem.page can call protected APIs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951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Adds response caching (Cloudflare Cache API) to reduce upstream API calls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91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Keeps secrets (API tokens, keys) out of the browser and out of the codebase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4728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Why not call the API directly from the block?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3133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API tokens would be exposed in the browser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788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No control over CORS headers on third-party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262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No caching layer — every page view hits the upstream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©2024 Adobe. All Rights Reserved. Adobe Confidential.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Folder &amp; File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All edge function code lives under /edge/ at the project root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wrangler.toml (project root) points to the entry file and configures the Worker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Secrets are never committed — stored in .dev.vars locally and via wrangler secret put in production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86584"/>
            <a:ext cx="11247120" cy="41970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478024"/>
            <a:ext cx="10972800" cy="4014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myeds-xwalk/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├── edge/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│    └── api-proxy.js       ← Worker entry point (fetch handler)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├── wrangler.toml           ← Worker name, entry, vars (committed)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├── .dev.vars               ← Local secrets (git-ignored)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└── blocks/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     └── weather/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          └── weather.js    ← Block that calls the Worker via /api/*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©2024 Adobe. All Rights Reserved. Adobe Confidential.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Worker Configuration — wrangler.toml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name — the Worker subdomain: &lt;name&gt;.workers.dev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main — path to the JS entry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compatibility_date — locks the Workers runtime behaviour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951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[vars] — non-secret environment variables (safe to commit)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91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Secrets (tokens, keys) are set separately with: npx wrangler secret put MY_SECRET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54680"/>
            <a:ext cx="11247120" cy="3429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246120"/>
            <a:ext cx="10972800" cy="3246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name             = "myeds-xwalk-api"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main             = "edge/api-proxy.js"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compatibility_date = "2024-09-23"</a:t>
            </a:r>
          </a:p>
          <a:p>
            <a:pPr algn="l"/>
            <a:endParaRPr sz="1200" b="0">
              <a:solidFill>
                <a:srgbClr val="333333"/>
              </a:solidFill>
              <a:latin typeface="Courier New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[dev]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port = 8787          # local: http://localhost:8787</a:t>
            </a:r>
          </a:p>
          <a:p>
            <a:pPr algn="l"/>
            <a:endParaRPr sz="1200" b="0">
              <a:solidFill>
                <a:srgbClr val="333333"/>
              </a:solidFill>
              <a:latin typeface="Courier New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[vars]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API_BASE_URL = "https://author-p12345.adobeaemcloud.com/graphql/execute.json/..."</a:t>
            </a:r>
          </a:p>
          <a:p>
            <a:pPr algn="l"/>
            <a:endParaRPr sz="1200" b="0">
              <a:solidFill>
                <a:srgbClr val="333333"/>
              </a:solidFill>
              <a:latin typeface="Courier New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# Secret — never in this file: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#   npx wrangler secret put AEM_TOKEN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# Local dev — add to .dev.vars (git-ignored):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#   AEM_TOKEN=eyJ...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©2024 Adobe. All Rights Reserved. Adobe Confidential.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CORS &amp; Caching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CORS — only allow requests from your own AEM origins (aem.live, aem.page, localhost)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Always whitelist both .aem.live and .aem.page — they serve the same content on different CDNs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Caching — use caches.default (Cloudflare Cache API) to avoid hammering upstream APIs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951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Geocoding data: 24 h TTL (location coordinates are stable)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4261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Weather / forecast data: 15 min TTL (changes frequently)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9008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Financial rates: 5 min TTL (can change during the day)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29000"/>
            <a:ext cx="11247120" cy="3154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520440"/>
            <a:ext cx="10972800" cy="2971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const ALLOWED_ORIGINS = [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  'https://main--myproject--owner.aem.live',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  'https://main--myproject--owner.aem.page',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  'http://localhost:3000',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];</a:t>
            </a:r>
          </a:p>
          <a:p>
            <a:pPr algn="l"/>
            <a:endParaRPr sz="1200" b="0">
              <a:solidFill>
                <a:srgbClr val="333333"/>
              </a:solidFill>
              <a:latin typeface="Courier New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function corsHeaders(origin) {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  const allow = ALLOWED_ORIGINS.includes(origin) ? origin : ALLOWED_ORIGINS[0];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  return { 'Access-Control-Allow-Origin': allow,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           'Access-Control-Allow-Methods': 'GET, OPTIONS' };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}</a:t>
            </a:r>
          </a:p>
          <a:p>
            <a:pPr algn="l"/>
            <a:endParaRPr sz="1200" b="0">
              <a:solidFill>
                <a:srgbClr val="333333"/>
              </a:solidFill>
              <a:latin typeface="Courier New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async function cachedFetch(url, ttl) {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  const cache = caches.default;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  const hit = await cache.match(new Request(url));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  if (hit) return hit;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  const res = await fetch(url);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  const response = new Response(res.body, res);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  response.headers.set('Cache-Control', \`public, max-age=\${ttl}\`);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  await cache.put(new Request(url), response.clone());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  return response;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©2024 Adobe. All Rights Reserved. Adobe Confidential.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Environment Variables &amp; Secrets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Two types of config values: plain vars ([vars] in wrangler.toml) and secrets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Plain vars — non-sensitive, committed to git (API base URLs, feature flags)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Secrets — tokens, API keys; never committed; injected at deploy time by Cloudflare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951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91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Setting a production secret (run once, stored encrypted in Cloudflare):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npx wrangler secret put AEM_TOKEN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1071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947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Local dev secret — create .dev.vars in the project root (git-ignored):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788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AEM_TOKEN=eyJhbGci...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262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1032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Accessing a secret inside the Worker — available on the env object: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9437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env.AEM_TOKEN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©2024 Adobe. All Rights Reserved. Adobe Confidential.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Deploying the Worker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One command deploys the Worker to Cloudflare's global edge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Credentials come from the global wrangler OAuth login (~/.config/wrangler/)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Worker is live at: https://&lt;name&gt;.&lt;account&gt;.workers.dev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951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Re-deploy any time you change edge/api-proxy.js or wrangler.toml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70632"/>
            <a:ext cx="11247120" cy="3813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862072"/>
            <a:ext cx="10972800" cy="3630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# 1. Login once (opens browser — stores OAuth token globally)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npx wrangler login</a:t>
            </a:r>
          </a:p>
          <a:p>
            <a:pPr algn="l"/>
            <a:endParaRPr sz="1200" b="0">
              <a:solidFill>
                <a:srgbClr val="333333"/>
              </a:solidFill>
              <a:latin typeface="Courier New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# 2. Deploy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npm run deploy:edge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#  └─ runs: wrangler deploy</a:t>
            </a:r>
          </a:p>
          <a:p>
            <a:pPr algn="l"/>
            <a:endParaRPr sz="1200" b="0">
              <a:solidFill>
                <a:srgbClr val="333333"/>
              </a:solidFill>
              <a:latin typeface="Courier New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# 3. Verify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npx wrangler tail            # stream live request logs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curl https://myeds-xwalk-api.fsevin.workers.dev/api/geocode?name=Paris</a:t>
            </a:r>
          </a:p>
          <a:p>
            <a:pPr algn="l"/>
            <a:endParaRPr sz="1200" b="0">
              <a:solidFill>
                <a:srgbClr val="333333"/>
              </a:solidFill>
              <a:latin typeface="Courier New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# package.json shortcut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"scripts": {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  "dev:edge":    "wrangler dev",      # local: http://localhost:8787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  "deploy:edge": "wrangler deploy"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©2024 Adobe. All Rights Reserved. Adobe Confidential.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Connecting a Block to the Edge Function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The block JS must point to the Worker URL in production and localhost in dev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Content structure: EDS renders table rows as nested &lt;div&gt; elements — no &lt;p&gt; tags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Query with: block.querySelector('div:first-child p, div:first-child div')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585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Always set Content-Type: application/json; charset=utf-8 on Worker responses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4261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Prevents mojibake on accented characters (e.g. Île-de-France)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81528"/>
            <a:ext cx="11247120" cy="35021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172968"/>
            <a:ext cx="10972800" cy="33192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// blocks/myblock/myblock.js</a:t>
            </a:r>
          </a:p>
          <a:p>
            <a:pPr algn="l"/>
            <a:endParaRPr sz="1200" b="0">
              <a:solidFill>
                <a:srgbClr val="333333"/>
              </a:solidFill>
              <a:latin typeface="Courier New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const EDGE_ORIGIN = window.location.hostname === 'localhost'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  ? 'http://localhost:8787'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  : 'https://myeds-xwalk-api.fsevin.workers.dev';</a:t>
            </a:r>
          </a:p>
          <a:p>
            <a:pPr algn="l"/>
            <a:endParaRPr sz="1200" b="0">
              <a:solidFill>
                <a:srgbClr val="333333"/>
              </a:solidFill>
              <a:latin typeface="Courier New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async function fetchJSON(url) {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  const res = await fetch(url);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  if (!res.ok) throw new Error(\`HTTP \${res.status}\`);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  return res.json();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}</a:t>
            </a:r>
          </a:p>
          <a:p>
            <a:pPr algn="l"/>
            <a:endParaRPr sz="1200" b="0">
              <a:solidFill>
                <a:srgbClr val="333333"/>
              </a:solidFill>
              <a:latin typeface="Courier New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export default async function decorate(block) {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  // Read location from first cell (works with both &lt;p&gt; and &lt;div&gt; content)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  const location = block.querySelector('div:first-child p, div:first-child div')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    ?.textContent?.trim() || '';</a:t>
            </a:r>
          </a:p>
          <a:p>
            <a:pPr algn="l"/>
            <a:endParaRPr sz="1200" b="0">
              <a:solidFill>
                <a:srgbClr val="333333"/>
              </a:solidFill>
              <a:latin typeface="Courier New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  const data = await fetchJSON(\`\${EDGE_ORIGIN}/api/geocode?name=\${encodeURIComponent(location)}\`);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  block.innerHTML = \`&lt;p&gt;\${data.results?.[0]?.name}&lt;/p&gt;\`;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urier New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©2024 Adobe. All Rights Reserved. Adobe Confidential.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Best Practices &amp;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187452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3192" y="114300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097280"/>
            <a:ext cx="342900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59152" y="114300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1097280"/>
            <a:ext cx="406908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79592" y="1143000"/>
            <a:ext cx="3977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Notes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08760"/>
            <a:ext cx="1874520" cy="6126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3192" y="1563624"/>
            <a:ext cx="17556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1. Create Worker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1508760"/>
            <a:ext cx="3429000" cy="6126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59152" y="1563624"/>
            <a:ext cx="33101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Add edge/api-proxy.js
Export a fetch handler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1508760"/>
            <a:ext cx="4069080" cy="6126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79592" y="1563624"/>
            <a:ext cx="39502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Handle OPTIONS preflight
Return JSON with charset=utf-8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167128"/>
            <a:ext cx="187452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3192" y="2221992"/>
            <a:ext cx="17556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2. Configure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2167128"/>
            <a:ext cx="342900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359152" y="2221992"/>
            <a:ext cx="33101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Set name, main, vars
in wrangler.toml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06440" y="2167128"/>
            <a:ext cx="406908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79592" y="2221992"/>
            <a:ext cx="39502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Never put secrets in toml
Use wrangler secret put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825496"/>
            <a:ext cx="1874520" cy="6126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93192" y="2880360"/>
            <a:ext cx="17556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3. CORS &amp; Cache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2825496"/>
            <a:ext cx="3429000" cy="6126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359152" y="2880360"/>
            <a:ext cx="33101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Whitelist aem.live +
aem.page origins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06440" y="2825496"/>
            <a:ext cx="4069080" cy="6126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879592" y="2880360"/>
            <a:ext cx="39502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Cache stable data longer
(geocode 24h, rates 5min)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483864"/>
            <a:ext cx="187452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93192" y="3538728"/>
            <a:ext cx="17556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4. Local dev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3483864"/>
            <a:ext cx="342900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359152" y="3538728"/>
            <a:ext cx="33101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npx wrangler dev
→ localhost:8787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06440" y="3483864"/>
            <a:ext cx="406908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879592" y="3538728"/>
            <a:ext cx="39502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Put AEM_TOKEN in .dev.vars
(git-ignored)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142232"/>
            <a:ext cx="1874520" cy="6126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93192" y="4197096"/>
            <a:ext cx="17556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5. Deploy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4142232"/>
            <a:ext cx="3429000" cy="6126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359152" y="4197096"/>
            <a:ext cx="33101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npm run deploy:edge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06440" y="4142232"/>
            <a:ext cx="4069080" cy="6126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879592" y="4197096"/>
            <a:ext cx="39502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Verify with wrangler tail
or curl the worker URL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800600"/>
            <a:ext cx="187452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93192" y="4855464"/>
            <a:ext cx="17556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6. Connect block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0" y="4800600"/>
            <a:ext cx="342900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359152" y="4855464"/>
            <a:ext cx="33101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Set EDGE_ORIGIN by hostname
Query div, p selectors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06440" y="4800600"/>
            <a:ext cx="406908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879592" y="4855464"/>
            <a:ext cx="39502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Purge AEM CDN cache after
pushing JS changes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©2024 Adobe. All Rights Reserved. Adobe Confidential.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36FA3BE-29D3-AC8A-6B6B-D326B3743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838" y="660510"/>
            <a:ext cx="10367319" cy="583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204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94960" y="30175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Adobe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1589</Words>
  <Application>Microsoft Macintosh PowerPoint</Application>
  <PresentationFormat>Custom</PresentationFormat>
  <Paragraphs>186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Franck Sevin</cp:lastModifiedBy>
  <cp:revision>1</cp:revision>
  <dcterms:created xsi:type="dcterms:W3CDTF">2013-01-27T09:14:16Z</dcterms:created>
  <dcterms:modified xsi:type="dcterms:W3CDTF">2026-08-20T07:28:04Z</dcterms:modified>
  <cp:category/>
</cp:coreProperties>
</file>