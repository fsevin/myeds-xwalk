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k Sevin" userId="82d950c0-7bb5-4310-a4fc-a877d4bbe588" providerId="ADAL" clId="{EB9E244D-3F8B-59DF-801C-03BB392BC6F1}"/>
    <pc:docChg chg="undo custSel modSld">
      <pc:chgData name="Franck Sevin" userId="82d950c0-7bb5-4310-a4fc-a877d4bbe588" providerId="ADAL" clId="{EB9E244D-3F8B-59DF-801C-03BB392BC6F1}" dt="2026-08-12T12:58:03.532" v="5" actId="20577"/>
      <pc:docMkLst>
        <pc:docMk/>
      </pc:docMkLst>
      <pc:sldChg chg="modSp mod">
        <pc:chgData name="Franck Sevin" userId="82d950c0-7bb5-4310-a4fc-a877d4bbe588" providerId="ADAL" clId="{EB9E244D-3F8B-59DF-801C-03BB392BC6F1}" dt="2026-08-12T12:58:03.532" v="5" actId="20577"/>
        <pc:sldMkLst>
          <pc:docMk/>
          <pc:sldMk cId="0" sldId="256"/>
        </pc:sldMkLst>
        <pc:spChg chg="mod">
          <ac:chgData name="Franck Sevin" userId="82d950c0-7bb5-4310-a4fc-a877d4bbe588" providerId="ADAL" clId="{EB9E244D-3F8B-59DF-801C-03BB392BC6F1}" dt="2026-08-12T12:58:03.532" v="5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062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EDS + Firefly API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Business use cases for AI image generation in Edge Delivery Services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Franck Sevin  |  August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E-commerce &amp; retail</a:t>
            </a:r>
            <a:endParaRPr lang="en-US" sz="3400" dirty="0"/>
          </a:p>
        </p:txBody>
      </p:sp>
      <p:pic>
        <p:nvPicPr>
          <p:cNvPr id="4" name="Image 0" descr="/sessions/great-focused-gauss/mnt/outputs/assets/ecomme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Generate product variants — seasonal, regional, promotional — instantly from an EDS block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No dedicated photo shoot needed for every market or campaign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Cuts visual production cost and time-to-market for merchandising.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Marketing personalization at scale</a:t>
            </a:r>
            <a:endParaRPr lang="en-US" sz="3400" dirty="0"/>
          </a:p>
        </p:txBody>
      </p:sp>
      <p:pic>
        <p:nvPicPr>
          <p:cNvPr id="4" name="Image 0" descr="/sessions/great-focused-gauss/mnt/outputs/assets/person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Generate a unique hero image per audience segment — age, location, behavior — at page load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True 1:1 personalization without maintaining an asset library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Higher relevance and conversion, at near-zero incremental cost per variant.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Multi-market, multi-language sites</a:t>
            </a:r>
            <a:endParaRPr lang="en-US" sz="3400" dirty="0"/>
          </a:p>
        </p:txBody>
      </p:sp>
      <p:pic>
        <p:nvPicPr>
          <p:cNvPr id="4" name="Image 0" descr="/sessions/great-focused-gauss/mnt/outputs/assets/multi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Auto-adapt visuals — people, settings, colors — to the detected locale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Same EDS page structure, localized visual output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Faster global rollout without a market-by-market asset pipeline.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Editorial content &amp; blogs</a:t>
            </a:r>
            <a:endParaRPr lang="en-US" sz="3400" dirty="0"/>
          </a:p>
        </p:txBody>
      </p:sp>
      <p:pic>
        <p:nvPicPr>
          <p:cNvPr id="4" name="Image 0" descr="/sessions/great-focused-gauss/mnt/outputs/assets/edito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Auto-generate illustrations from an article's title or summary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Removes dependency on stock image libraries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Faster publishing cadence, lower content production cost.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Creative A/B testing</a:t>
            </a:r>
            <a:endParaRPr lang="en-US" sz="3400" dirty="0"/>
          </a:p>
        </p:txBody>
      </p:sp>
      <p:pic>
        <p:nvPicPr>
          <p:cNvPr id="4" name="Image 0" descr="/sessions/great-focused-gauss/mnt/outputs/assets/abte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Generate multiple visual variants of a hero banner or CTA in minutes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Test style and mood without briefing a design team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Faster creative iteration, backed by data instead of opinion.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Real-time events &amp; news</a:t>
            </a:r>
            <a:endParaRPr lang="en-US" sz="3400" dirty="0"/>
          </a:p>
        </p:txBody>
      </p:sp>
      <p:pic>
        <p:nvPicPr>
          <p:cNvPr id="4" name="Image 0" descr="/sessions/great-focused-gauss/mnt/outputs/assets/real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Produce campaign visuals in minutes for time-sensitive moments — Black Friday, launches, breaking news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Not bound by standard production lead times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Ability to react instantly to market moments.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Accessibility &amp; inclusion</a:t>
            </a:r>
            <a:endParaRPr lang="en-US" sz="3400" dirty="0"/>
          </a:p>
        </p:txBody>
      </p:sp>
      <p:pic>
        <p:nvPicPr>
          <p:cNvPr id="4" name="Image 0" descr="/sessions/great-focused-gauss/mnt/outputs/assets/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3736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7955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Generate image variants representing diverse people and contexts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Adapt visuals to user profiles or preferences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789920" cy="914400"/>
        </p:xfrm>
        <a:graphic>
          <a:graphicData uri="http://schemas.openxmlformats.org/drawingml/2006/table">
            <a:tbl>
              <a:tblPr/>
              <a:tblGrid>
                <a:gridCol w="10789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Business value:  </a:t>
                      </a:r>
                      <a:r>
                        <a:rPr lang="en-US" sz="1500" dirty="0">
                          <a:solidFill>
                            <a:srgbClr val="000000"/>
                          </a:solidFill>
                          <a:latin typeface="Adobe Clean" pitchFamily="34" charset="0"/>
                          <a:ea typeface="Adobe Clean" pitchFamily="34" charset="-122"/>
                          <a:cs typeface="Adobe Clean" pitchFamily="34" charset="-120"/>
                        </a:rPr>
                        <a:t>A more inclusive, representative customer experience.</a:t>
                      </a:r>
                      <a:endParaRPr lang="en-US" sz="1500" dirty="0">
                        <a:latin typeface="Adobe Clean" charset="0"/>
                        <a:ea typeface="Adobe Clean" charset="0"/>
                        <a:cs typeface="Adobe Clean" charset="0"/>
                      </a:endParaRPr>
                    </a:p>
                  </a:txBody>
                  <a:tcPr marL="203200" marR="152400" marT="127000" marB="127000" anchor="ctr">
                    <a:lnL w="50800" cap="flat" cmpd="sng" algn="ctr">
                      <a:solidFill>
                        <a:srgbClr val="EB1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B1000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B1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Why it matters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EDS brings performance and simple editing — blocks, Google Docs/Sheets as a CMS.</a:t>
            </a:r>
            <a:endParaRPr lang="en-US" sz="22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Firefly brings on-demand creative generation, directly inside that workflow.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Together: lower cost and shorter time-to-market for visual production, at a scale of personalization that manual asset pipelines cannot match.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492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Adobe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6537960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CCCC"/>
                </a:solidFill>
                <a:latin typeface="Adobe Clean" pitchFamily="34" charset="0"/>
                <a:ea typeface="Adobe Clean" pitchFamily="34" charset="-122"/>
                <a:cs typeface="Adobe Clean" pitchFamily="34" charset="-120"/>
              </a:rPr>
              <a:t>© 2026 Adobe. All Rights Reserved. Adobe Confidential.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439</Words>
  <Application>Microsoft Macintosh PowerPoint</Application>
  <PresentationFormat>Custom</PresentationFormat>
  <Paragraphs>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Adobe Clean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Franck Sevin</cp:lastModifiedBy>
  <cp:revision>1</cp:revision>
  <dcterms:created xsi:type="dcterms:W3CDTF">2026-08-12T09:39:56Z</dcterms:created>
  <dcterms:modified xsi:type="dcterms:W3CDTF">2026-08-12T12:58:28Z</dcterms:modified>
  <cp:category/>
</cp:coreProperties>
</file>